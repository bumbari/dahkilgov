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185C242-68B7-4DC8-A407-97B28E6BAFC5}">
          <p14:sldIdLst>
            <p14:sldId id="256"/>
          </p14:sldIdLst>
        </p14:section>
        <p14:section name="book_cover" id="{7ED63B14-64C1-46C4-AA36-B9B7F09E9E97}">
          <p14:sldIdLst>
            <p14:sldId id="257"/>
          </p14:sldIdLst>
        </p14:section>
        <p14:section name="Story_name" id="{9FE4DF01-14C5-45CE-ACA8-0B0B0612A66C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2" autoAdjust="0"/>
    <p:restoredTop sz="94689" autoAdjust="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91C98-3194-928B-D90D-39E58E8A2A1B}"/>
              </a:ext>
            </a:extLst>
          </p:cNvPr>
          <p:cNvSpPr txBox="1"/>
          <p:nvPr userDrawn="1"/>
        </p:nvSpPr>
        <p:spPr>
          <a:xfrm>
            <a:off x="372533" y="6299200"/>
            <a:ext cx="11353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C6600"/>
                </a:solidFill>
              </a:rPr>
              <a:t>@LADUGA-LADOGA</a:t>
            </a:r>
            <a:endParaRPr lang="nl-BE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729059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62EAB-314F-C75A-21DD-AB2C064388D5}"/>
              </a:ext>
            </a:extLst>
          </p:cNvPr>
          <p:cNvSpPr txBox="1"/>
          <p:nvPr userDrawn="1"/>
        </p:nvSpPr>
        <p:spPr>
          <a:xfrm>
            <a:off x="419054" y="6299200"/>
            <a:ext cx="11353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C6600"/>
                </a:solidFill>
              </a:rPr>
              <a:t>@LADUGA_LADOGA</a:t>
            </a:r>
            <a:endParaRPr lang="nl-BE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231634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08310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756922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09565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941629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7484124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65480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82035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9009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9C3EB-3209-46C0-A1BF-04B855C83966}" type="slidenum">
              <a:rPr lang="nl-BE" smtClean="0"/>
              <a:t>‹#›</a:t>
            </a:fld>
            <a:endParaRPr lang="nl-B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27334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4000"/>
                <a:satMod val="80000"/>
                <a:lumMod val="94000"/>
                <a:lumOff val="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86570-2C26-4E5F-9D28-4D18F9BAC427}" type="datetimeFigureOut">
              <a:rPr lang="nl-BE" smtClean="0"/>
              <a:t>8/06/2026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5E9C3EB-3209-46C0-A1BF-04B855C83966}" type="slidenum">
              <a:rPr lang="nl-BE" smtClean="0"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3194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arodnaya_Ingushskaya">
            <a:hlinkClick r:id="" action="ppaction://media"/>
            <a:extLst>
              <a:ext uri="{FF2B5EF4-FFF2-40B4-BE49-F238E27FC236}">
                <a16:creationId xmlns:a16="http://schemas.microsoft.com/office/drawing/2014/main" id="{6AA5EB36-CCC9-D90B-7C25-A280071F853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602" end="133226.9375"/>
                  <p14:fade out="1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0332" y="5626500"/>
            <a:ext cx="487363" cy="4873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B9045-3109-7F3D-3F6E-A237CA6F2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4425" y="802299"/>
            <a:ext cx="8623151" cy="1991144"/>
          </a:xfrm>
        </p:spPr>
        <p:txBody>
          <a:bodyPr/>
          <a:lstStyle/>
          <a:p>
            <a:pPr algn="ctr"/>
            <a:r>
              <a:rPr lang="ce-Cyrl-RU" dirty="0"/>
              <a:t>Опыт изучения ингушского языка</a:t>
            </a: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80F89-9446-1DF0-18AB-7937879BB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9" y="3304266"/>
            <a:ext cx="10761783" cy="1843853"/>
          </a:xfrm>
        </p:spPr>
        <p:txBody>
          <a:bodyPr>
            <a:normAutofit/>
          </a:bodyPr>
          <a:lstStyle/>
          <a:p>
            <a:pPr algn="ctr"/>
            <a:r>
              <a:rPr lang="ce-Cyrl-RU" sz="2800" dirty="0"/>
              <a:t>ингушскиЕ притчи </a:t>
            </a:r>
            <a:br>
              <a:rPr lang="ce-Cyrl-RU" sz="2800" dirty="0"/>
            </a:br>
            <a:r>
              <a:rPr lang="ce-Cyrl-RU" sz="2800" dirty="0"/>
              <a:t>с переводом на чеченский и Английский языки, </a:t>
            </a:r>
            <a:br>
              <a:rPr lang="ce-Cyrl-RU" sz="2800" dirty="0"/>
            </a:br>
            <a:r>
              <a:rPr lang="ce-Cyrl-RU" sz="2800" dirty="0"/>
              <a:t>с грамматическим разбором</a:t>
            </a:r>
            <a:endParaRPr lang="nl-BE" sz="2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A53427-5985-4E85-8EC8-645334CA8C0A}"/>
              </a:ext>
            </a:extLst>
          </p:cNvPr>
          <p:cNvCxnSpPr>
            <a:cxnSpLocks/>
          </p:cNvCxnSpPr>
          <p:nvPr/>
        </p:nvCxnSpPr>
        <p:spPr>
          <a:xfrm>
            <a:off x="1307876" y="3234447"/>
            <a:ext cx="9576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CFFAA4-007A-6284-7B95-54B3559E4A1E}"/>
              </a:ext>
            </a:extLst>
          </p:cNvPr>
          <p:cNvCxnSpPr>
            <a:cxnSpLocks/>
          </p:cNvCxnSpPr>
          <p:nvPr/>
        </p:nvCxnSpPr>
        <p:spPr>
          <a:xfrm>
            <a:off x="1307876" y="5342107"/>
            <a:ext cx="9576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191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EEFE-FAC7-B414-5EE3-E89A0F227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223737"/>
            <a:ext cx="9603275" cy="1630018"/>
          </a:xfrm>
        </p:spPr>
        <p:txBody>
          <a:bodyPr/>
          <a:lstStyle/>
          <a:p>
            <a:pPr algn="ctr"/>
            <a:r>
              <a:rPr lang="ce-Cyrl-RU" dirty="0"/>
              <a:t>Мудрые наставления наших предков</a:t>
            </a:r>
            <a:br>
              <a:rPr lang="ce-Cyrl-RU" dirty="0"/>
            </a:br>
            <a:r>
              <a:rPr lang="ce-Cyrl-RU" dirty="0"/>
              <a:t>из ингушского фольклора</a:t>
            </a:r>
            <a:br>
              <a:rPr lang="en-US" dirty="0"/>
            </a:br>
            <a:r>
              <a:rPr lang="ce-Cyrl-RU" dirty="0"/>
              <a:t>И.А. Дахкильгов, 2000г.</a:t>
            </a:r>
            <a:endParaRPr lang="nl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46817F-2590-AF4F-062B-7810BBC5A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688" y="2171671"/>
            <a:ext cx="1969259" cy="344963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C9EF8C2-2AAC-E58E-BD9A-1ACBC1A78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28347" y="2171671"/>
            <a:ext cx="1969259" cy="3449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C7B53-5EC4-58F2-9016-E24BFB8750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12" y="2171671"/>
            <a:ext cx="301199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86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F6D9B2-7B50-314B-634A-73A548DB3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8" y="677696"/>
            <a:ext cx="6117074" cy="33365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29C50E-74C0-7ABA-F08B-A63C7E035D85}"/>
              </a:ext>
            </a:extLst>
          </p:cNvPr>
          <p:cNvSpPr txBox="1"/>
          <p:nvPr/>
        </p:nvSpPr>
        <p:spPr>
          <a:xfrm>
            <a:off x="6809362" y="1384897"/>
            <a:ext cx="4965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CC6600"/>
                </a:solidFill>
                <a:latin typeface="+mj-lt"/>
              </a:rPr>
              <a:t>Са дешал чIоагIагI да цун эздел</a:t>
            </a:r>
            <a:r>
              <a:rPr lang="ce-Cyrl-RU" sz="2400" b="1" dirty="0">
                <a:solidFill>
                  <a:srgbClr val="CC6600"/>
                </a:solidFill>
                <a:latin typeface="+mj-lt"/>
              </a:rPr>
              <a:t> </a:t>
            </a:r>
            <a:endParaRPr lang="nl-BE" sz="2400" b="1" dirty="0">
              <a:solidFill>
                <a:srgbClr val="CC66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597B7-72CC-9018-40EF-3DF01F5EB996}"/>
              </a:ext>
            </a:extLst>
          </p:cNvPr>
          <p:cNvSpPr txBox="1"/>
          <p:nvPr/>
        </p:nvSpPr>
        <p:spPr>
          <a:xfrm>
            <a:off x="2637817" y="5116763"/>
            <a:ext cx="6916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И.А. Дахкильгов. Хьехаме дувцарш - поучительные рассказы-притчи.</a:t>
            </a:r>
            <a:br>
              <a:rPr lang="ru-RU" dirty="0"/>
            </a:br>
            <a:r>
              <a:rPr lang="ru-RU" dirty="0"/>
              <a:t>Из ингушского фольклора.</a:t>
            </a:r>
            <a:endParaRPr lang="nl-B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3BD79-EADF-39AF-26F8-D7E577B6C3C9}"/>
              </a:ext>
            </a:extLst>
          </p:cNvPr>
          <p:cNvSpPr txBox="1"/>
          <p:nvPr/>
        </p:nvSpPr>
        <p:spPr>
          <a:xfrm>
            <a:off x="7415721" y="755520"/>
            <a:ext cx="3952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e-Cyrl-RU" sz="3200" b="1" dirty="0">
                <a:solidFill>
                  <a:srgbClr val="CC6600"/>
                </a:solidFill>
                <a:latin typeface="Alasassy Caps"/>
              </a:rPr>
              <a:t>№ 1</a:t>
            </a:r>
            <a:endParaRPr lang="nl-BE" sz="3200" b="1" dirty="0">
              <a:solidFill>
                <a:srgbClr val="CC6600"/>
              </a:solidFill>
              <a:latin typeface="Alasassy Cap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48C73-175C-D8D8-25C7-9E0DDE77C77F}"/>
              </a:ext>
            </a:extLst>
          </p:cNvPr>
          <p:cNvSpPr txBox="1"/>
          <p:nvPr/>
        </p:nvSpPr>
        <p:spPr>
          <a:xfrm>
            <a:off x="6682902" y="2898835"/>
            <a:ext cx="5369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CC6600"/>
                </a:solidFill>
              </a:rPr>
              <a:t>Его благородство сильнее моих слов</a:t>
            </a:r>
            <a:br>
              <a:rPr lang="ce-Cyrl-RU" sz="2000" b="1" dirty="0">
                <a:solidFill>
                  <a:srgbClr val="CC6600"/>
                </a:solidFill>
              </a:rPr>
            </a:br>
            <a:br>
              <a:rPr lang="ce-Cyrl-RU" sz="2000" b="1" dirty="0">
                <a:solidFill>
                  <a:srgbClr val="CC6600"/>
                </a:solidFill>
              </a:rPr>
            </a:br>
            <a:r>
              <a:rPr lang="en-US" sz="2000" b="1" dirty="0">
                <a:solidFill>
                  <a:srgbClr val="CC6600"/>
                </a:solidFill>
              </a:rPr>
              <a:t>His nobility speaks louder than my words</a:t>
            </a:r>
            <a:endParaRPr lang="nl-BE" sz="2000" dirty="0">
              <a:solidFill>
                <a:srgbClr val="CC66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44E224-A0A3-F28E-221F-EB5BC8440BAA}"/>
              </a:ext>
            </a:extLst>
          </p:cNvPr>
          <p:cNvCxnSpPr>
            <a:cxnSpLocks/>
          </p:cNvCxnSpPr>
          <p:nvPr/>
        </p:nvCxnSpPr>
        <p:spPr>
          <a:xfrm>
            <a:off x="8463061" y="1332698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7D954C-17E0-A338-D96F-6134F0C5115A}"/>
              </a:ext>
            </a:extLst>
          </p:cNvPr>
          <p:cNvCxnSpPr>
            <a:cxnSpLocks/>
          </p:cNvCxnSpPr>
          <p:nvPr/>
        </p:nvCxnSpPr>
        <p:spPr>
          <a:xfrm>
            <a:off x="8463061" y="1990937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4AFEBD-0312-5DC2-8668-33F8363DE6B2}"/>
              </a:ext>
            </a:extLst>
          </p:cNvPr>
          <p:cNvCxnSpPr>
            <a:cxnSpLocks/>
          </p:cNvCxnSpPr>
          <p:nvPr/>
        </p:nvCxnSpPr>
        <p:spPr>
          <a:xfrm>
            <a:off x="8463061" y="3385221"/>
            <a:ext cx="1556425" cy="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401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75</Words>
  <Application>Microsoft Office PowerPoint</Application>
  <PresentationFormat>Widescreen</PresentationFormat>
  <Paragraphs>7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Alasassy Caps</vt:lpstr>
      <vt:lpstr>Arial</vt:lpstr>
      <vt:lpstr>Gill Sans MT</vt:lpstr>
      <vt:lpstr>Gallery</vt:lpstr>
      <vt:lpstr>Опыт изучения ингушского языка</vt:lpstr>
      <vt:lpstr>Мудрые наставления наших предков из ингушского фольклора И.А. Дахкильгов, 2000г.</vt:lpstr>
      <vt:lpstr>PowerPoint Presentation</vt:lpstr>
    </vt:vector>
  </TitlesOfParts>
  <Company>FPS Public Health Belgium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Abdulvakhid Shoudouev (FOD VVVL - SPF SPSCAE)</dc:creator>
  <cp:lastModifiedBy>Abdulvakhid Shoudouev (FOD VVVL - SPF SPSCAE)</cp:lastModifiedBy>
  <cp:revision>36</cp:revision>
  <dcterms:created xsi:type="dcterms:W3CDTF">2026-06-01T18:53:02Z</dcterms:created>
  <dcterms:modified xsi:type="dcterms:W3CDTF">2026-06-08T20:58:44Z</dcterms:modified>
</cp:coreProperties>
</file>