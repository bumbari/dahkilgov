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1412" autoAdjust="0"/>
  </p:normalViewPr>
  <p:slideViewPr>
    <p:cSldViewPr snapToGrid="0">
      <p:cViewPr varScale="1">
        <p:scale>
          <a:sx n="68" d="100"/>
          <a:sy n="68" d="100"/>
        </p:scale>
        <p:origin x="1219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Лексика: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Аналогично со снегом – «лоа делха», но не «ло даха». На чеченском в случае со снегом говорят «ло дуьллу» - покрывается снегом.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черма, такха.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шелиг, тӀекха).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 (Притча 43 и .</a:t>
            </a:r>
            <a:br>
              <a:rPr lang="ru-RU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«желтая медь», латунь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Хьурмат – Долчох хьурмат дар – быть бережливым, похожие слова – кходар, хам бар, лорадар.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“ма ала” пишется раздельно.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Мадарра пишется вместе, в отличие </a:t>
            </a:r>
            <a:r>
              <a:rPr kumimoji="0" lang="ce-Cyrl-RU" sz="12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от чеченского ма-дарра.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14/06/2026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pPr algn="ctr"/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89281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dirty="0">
                <a:solidFill>
                  <a:prstClr val="black"/>
                </a:solidFill>
              </a:rPr>
              <a:t>докхкха - доккха, цIкъа - цкъа, тIкъа - ткъа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слова, 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составное слово служит для противопоставления или для усиления, то между двумя словами ставится дефис</a:t>
            </a:r>
            <a:r>
              <a:rPr lang="ce-Cyrl-RU" dirty="0">
                <a:solidFill>
                  <a:prstClr val="black"/>
                </a:solidFill>
              </a:rPr>
              <a:t>: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/>
              <a:t>зе-зулам, дика-во, да-нана</a:t>
            </a:r>
            <a:br>
              <a:rPr lang="ce-Cyrl-RU" dirty="0"/>
            </a:br>
            <a:r>
              <a:rPr lang="ce-Cyrl-RU" dirty="0"/>
              <a:t>хоз-хозаг1а, ваьн-ваьннар, тайп-тайпара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Усилительные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частицы “м”, “кх”, “кха” пишутся через дефис;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Со-м вац, из ва-кх, шо а да-кха. 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2268</Words>
  <Application>Microsoft Office PowerPoint</Application>
  <PresentationFormat>Widescreen</PresentationFormat>
  <Paragraphs>109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Пирlонхlалакьхиларах  </vt:lpstr>
      <vt:lpstr>2. Пирlонхlалакахиларах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110</cp:revision>
  <dcterms:created xsi:type="dcterms:W3CDTF">2026-06-01T18:53:02Z</dcterms:created>
  <dcterms:modified xsi:type="dcterms:W3CDTF">2026-06-14T19:09:50Z</dcterms:modified>
</cp:coreProperties>
</file>