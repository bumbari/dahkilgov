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7" r:id="rId6"/>
    <p:sldId id="260" r:id="rId7"/>
    <p:sldId id="261" r:id="rId8"/>
    <p:sldId id="263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</p14:sldIdLst>
        </p14:section>
        <p14:section name="story_name" id="{3529E971-8119-4829-BD88-A7D2789F4180}">
          <p14:sldIdLst>
            <p14:sldId id="258"/>
          </p14:sldIdLst>
        </p14:section>
        <p14:section name="Story_text_inh" id="{9FE4DF01-14C5-45CE-ACA8-0B0B0612A66C}">
          <p14:sldIdLst>
            <p14:sldId id="259"/>
          </p14:sldIdLst>
        </p14:section>
        <p14:section name="Story_text_ru" id="{EC7CF159-B613-4BB0-A71F-6A447E7D2288}">
          <p14:sldIdLst>
            <p14:sldId id="267"/>
          </p14:sldIdLst>
        </p14:section>
        <p14:section name="story_text_eng" id="{1F75236F-9138-4460-9D2C-69429F04EC38}">
          <p14:sldIdLst>
            <p14:sldId id="260"/>
          </p14:sldIdLst>
        </p14:section>
        <p14:section name="story_text_che" id="{0754FFD2-BC67-43BD-9920-805D43719411}">
          <p14:sldIdLst>
            <p14:sldId id="261"/>
            <p14:sldId id="263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42327" autoAdjust="0"/>
  </p:normalViewPr>
  <p:slideViewPr>
    <p:cSldViewPr snapToGrid="0">
      <p:cViewPr varScale="1">
        <p:scale>
          <a:sx n="67" d="100"/>
          <a:sy n="67" d="100"/>
        </p:scale>
        <p:origin x="3828" y="6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-2634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C9BEDC-71F1-4F49-90B8-16EFC5E7B3B1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D47A7F-F974-4A33-92EE-C6FCDE25A5E5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305453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Интересна трансформация арабского “ФираIУн” (фараон) в ПирIон (или наоборот, пир1он в фира1ун, мы не будем углубляться в дебаты о том, какие слова древнее): Ф переходит в П, ударение смещается на первый слог, безударная буква “а” в середине выпадает.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ХIаллакьхилар – погибель, буквально – “становление разрушенным”, переход в состояние разрушения, эвфемизм для смерти. К табуированным словам и их заменителям, эвфемизмам, мы планируем вернуться позже, в Притче 38 “Са даьй мохк ба ер”. Хилар – становление, масдар, отглагольное существительное от глагола “хила” - становиться. “Хиларах” – вещественный падеж от “хилар”. К масдарам и падежам мы вернемся позже.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Гез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латунь,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«желтая медь»,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“моажа ц1аста”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сплав меди с цинком. «Красная медь», или просто медь, обозначается словом ц1аста.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Кхоале, кхоаленаш (й, й) – навес. Кхалар – навес из соломы, глины. Тхов – крыша.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Аналогичные чеченские слова – раг1у, кхало, тхов.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Пед (педаш) (й,й) – бочка, кадка, кадушка.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Похожие слова – бешка, черма.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(Аналогичные слова на чеченском – черма, шелиг).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Поговорка: “Пхо йоаца пед хьалбиза йиш яц” – “Бездонную бочку не наполнить”.</a:t>
            </a:r>
          </a:p>
          <a:p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“догӀа делхийташ” -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делха» - дождь плачет. Неправильно будет сказать «дог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даха» (дождь идет).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Есть также слово “с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ерс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 серсаш йа – на улице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моросит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Аналогично со снегом – «лоа делха», но не «ло даха». </a:t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в случае со снегом говорят «ло дуьллу» 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(снег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покрывает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Зе-зулам – вред-зло, зловредие.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Ларх1а – уважать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Хьаста – ласкать, но хоаставе – хвалить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Ялат – зерно, злаки, хлеб на корню.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Долчох хьурмат дар – быть бережливым, похожие слова – кходар, хам бар, лорадар.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Г1амсилг «да», а не «йа» (также нускал «да») – по правилу, слова, обозначающие женщин, имеют показатель класса «йа», но эти два слова являются исключением.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(то же самое в чеченском, «г1ам ду», «нускал ду»). Классы более подробно в Притче 3.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Мурбенна – так говорят о прогнившей древесине, не пригодной для огня.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Сий дар – чествовать, уважать.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Мераж – нос, сопли.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чеченской орфографии здесь делается различие, в том числе между ед. и мн. числом: нос – мара, марош; сопли – марш, маршаш.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Ц1аьрмата – скупой. Синонимы – сутара, б1армеца, пис, самеца.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чеченском «ц1аьрмат» означает «</a:t>
            </a:r>
            <a: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уродливый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мерзкий».</a:t>
            </a:r>
            <a:br>
              <a:rPr lang="ce-Cyrl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Мекх – хлеб (чеч. бепиг, кхаллар)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Юхкаш – огрызки (чеч. юьхкаш)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Зирталгаш – крошки (чеч. цуьргаш)</a:t>
            </a:r>
            <a:endParaRPr lang="ce-Cyrl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1алак а хинна – погибнув, деепричастный оборот с союзом “а”, очень распостранены в ингушском и чеченском языках, мы рассмотрим их позже.</a:t>
            </a:r>
            <a:endParaRPr lang="nl-BE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178676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Н</a:t>
            </a:r>
            <a:r>
              <a:rPr lang="ce-Cyrl-RU" dirty="0">
                <a:effectLst/>
              </a:rPr>
              <a:t>аписание йу, йа в чеченском по правилом новой орфографии обязательно.</a:t>
            </a:r>
          </a:p>
          <a:p>
            <a:br>
              <a:rPr lang="ce-Cyrl-RU" dirty="0">
                <a:effectLst/>
              </a:rPr>
            </a:br>
            <a:r>
              <a:rPr lang="ru-RU" dirty="0">
                <a:effectLst/>
              </a:rPr>
              <a:t>Твердый знак ъ </a:t>
            </a:r>
            <a:r>
              <a:rPr lang="ce-Cyrl-RU" dirty="0">
                <a:effectLst/>
              </a:rPr>
              <a:t>после гласных </a:t>
            </a:r>
            <a:r>
              <a:rPr lang="ru-RU" dirty="0">
                <a:effectLst/>
              </a:rPr>
              <a:t>служит </a:t>
            </a:r>
            <a:r>
              <a:rPr lang="ce-Cyrl-RU" dirty="0">
                <a:effectLst/>
              </a:rPr>
              <a:t>также</a:t>
            </a:r>
            <a:r>
              <a:rPr lang="ru-RU" dirty="0">
                <a:effectLst/>
              </a:rPr>
              <a:t> для обозначения межсвязочного смыка, твердого приступа. Произн</a:t>
            </a:r>
            <a:r>
              <a:rPr lang="ce-Cyrl-RU" dirty="0">
                <a:effectLst/>
              </a:rPr>
              <a:t>осится как </a:t>
            </a:r>
            <a:r>
              <a:rPr lang="ru-RU" dirty="0">
                <a:effectLst/>
              </a:rPr>
              <a:t>в слове О’ОН</a:t>
            </a:r>
            <a:r>
              <a:rPr lang="ce-Cyrl-RU" dirty="0">
                <a:effectLst/>
              </a:rPr>
              <a:t>. </a:t>
            </a:r>
            <a:br>
              <a:rPr lang="ce-Cyrl-RU" dirty="0">
                <a:effectLst/>
              </a:rPr>
            </a:br>
            <a:r>
              <a:rPr lang="ce-Cyrl-RU" dirty="0">
                <a:effectLst/>
              </a:rPr>
              <a:t>шиъ, кхоъ</a:t>
            </a:r>
            <a:r>
              <a:rPr lang="ru-RU" dirty="0">
                <a:effectLst/>
              </a:rPr>
              <a:t>; </a:t>
            </a:r>
            <a:r>
              <a:rPr lang="ce-Cyrl-RU" dirty="0">
                <a:effectLst/>
              </a:rPr>
              <a:t>то</a:t>
            </a:r>
            <a:r>
              <a:rPr lang="ru-RU" dirty="0">
                <a:effectLst/>
              </a:rPr>
              <a:t>ъал </a:t>
            </a:r>
            <a:r>
              <a:rPr lang="ce-Cyrl-RU" dirty="0">
                <a:effectLst/>
              </a:rPr>
              <a:t>- достаточно</a:t>
            </a:r>
            <a:r>
              <a:rPr lang="ru-RU" dirty="0">
                <a:effectLst/>
              </a:rPr>
              <a:t>.. </a:t>
            </a:r>
            <a:endParaRPr lang="ce-Cyrl-RU" dirty="0">
              <a:effectLst/>
            </a:endParaRPr>
          </a:p>
          <a:p>
            <a:br>
              <a:rPr lang="ce-Cyrl-RU" dirty="0">
                <a:effectLst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Составные географические названия также пишутся через дефис: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Нана-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Наьсаре</a:t>
            </a:r>
            <a:r>
              <a:rPr lang="ce-Cyrl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Шолж-Г1ала.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D47A7F-F974-4A33-92EE-C6FCDE25A5E5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841845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455A86-9B17-54B9-2CE5-8916635CDC73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D7826-67D3-570C-DC2E-EC5B60B640A7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2F62EAB-314F-C75A-21DD-AB2C064388D5}"/>
              </a:ext>
            </a:extLst>
          </p:cNvPr>
          <p:cNvSpPr txBox="1"/>
          <p:nvPr userDrawn="1"/>
        </p:nvSpPr>
        <p:spPr>
          <a:xfrm>
            <a:off x="419054" y="6299200"/>
            <a:ext cx="19822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200" b="1" dirty="0">
                <a:solidFill>
                  <a:srgbClr val="CC6600"/>
                </a:solidFill>
              </a:rPr>
              <a:t>@LADUGA_LADOGA</a:t>
            </a:r>
            <a:endParaRPr lang="nl-BE" sz="1200" b="1" dirty="0">
              <a:solidFill>
                <a:srgbClr val="CC66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EE0B99-DB1E-7DFC-9C7B-70FA11250A1B}"/>
              </a:ext>
            </a:extLst>
          </p:cNvPr>
          <p:cNvSpPr txBox="1"/>
          <p:nvPr userDrawn="1"/>
        </p:nvSpPr>
        <p:spPr>
          <a:xfrm>
            <a:off x="3832529" y="6299200"/>
            <a:ext cx="78638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И.А. </a:t>
            </a:r>
            <a:r>
              <a:rPr lang="ru-RU" sz="1400" b="1" kern="1200" noProof="0" dirty="0">
                <a:solidFill>
                  <a:srgbClr val="CC6600"/>
                </a:solidFill>
                <a:latin typeface="+mn-lt"/>
                <a:ea typeface="+mn-ea"/>
                <a:cs typeface="+mn-cs"/>
              </a:rPr>
              <a:t>Дахкильгов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. Хьехаме дувцарш - поучительные рассказы-притчи.</a:t>
            </a: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ru-RU" sz="1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Из ингушского фольклора.</a:t>
            </a:r>
            <a:endParaRPr lang="nl-BE" sz="1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04/07/2026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977621"/>
          </a:xfrm>
        </p:spPr>
        <p:txBody>
          <a:bodyPr>
            <a:normAutofit fontScale="92500" lnSpcReduction="20000"/>
          </a:bodyPr>
          <a:lstStyle/>
          <a:p>
            <a:pPr algn="ctr"/>
            <a:r>
              <a:rPr lang="ce-Cyrl-RU" dirty="0"/>
              <a:t>ингушские притчи </a:t>
            </a:r>
            <a:br>
              <a:rPr lang="ce-Cyrl-RU" dirty="0"/>
            </a:br>
            <a:r>
              <a:rPr lang="ce-Cyrl-RU" dirty="0"/>
              <a:t>с переводом на русский, чеченский и Английский языки.</a:t>
            </a:r>
            <a:br>
              <a:rPr lang="ce-Cyrl-RU" dirty="0"/>
            </a:br>
            <a:r>
              <a:rPr lang="ru-RU" dirty="0"/>
              <a:t>Р</a:t>
            </a:r>
            <a:r>
              <a:rPr lang="ce-Cyrl-RU" dirty="0"/>
              <a:t>азбор лексики и грамматики.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rmAutofit fontScale="90000"/>
          </a:bodyPr>
          <a:lstStyle/>
          <a:p>
            <a:pPr algn="ctr"/>
            <a:r>
              <a:rPr lang="ce-Cyrl-RU" dirty="0"/>
              <a:t>Мудрые наставления наших предков</a:t>
            </a:r>
            <a:endParaRPr lang="nl-B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171671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171671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768955"/>
            <a:ext cx="8637072" cy="843945"/>
          </a:xfrm>
          <a:prstGeom prst="rect">
            <a:avLst/>
          </a:prstGeom>
        </p:spPr>
        <p:txBody>
          <a:bodyPr vert="horz" lIns="91440" tIns="91440" rIns="91440" bIns="91440" rtlCol="0">
            <a:normAutofit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dirty="0"/>
              <a:t>Из ингушского фольклора</a:t>
            </a:r>
            <a:br>
              <a:rPr lang="ce-Cyrl-RU" dirty="0"/>
            </a:br>
            <a:r>
              <a:rPr lang="ce-Cyrl-RU" dirty="0"/>
              <a:t>И.А. Дахкильгов, 2000 г.</a:t>
            </a:r>
            <a:endParaRPr lang="nl-BE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532" y="1244970"/>
            <a:ext cx="6117074" cy="3336586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алак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ь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хиларах 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2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  <a:t>Гибель Пиръона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CC6600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The Downfall of the Pharaoh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CC6600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770917" y="910779"/>
            <a:ext cx="1052532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ПирӀон харцахьа саг хиннав. Цхьанахьа дуне йисте гезах цхьа сигала хьисапе кхоаленаш яьй цо. Царна тӀагӀолла педаш хехкаш, таташ деш, тӀера хий Ӏочумехкадеш хиннав из.</a:t>
            </a:r>
          </a:p>
          <a:p>
            <a:r>
              <a:rPr lang="ru-RU" sz="1600" dirty="0"/>
              <a:t>- Со а веций ды къувкъадеш, догӀа делхийташ. Со а веций даьла? – оалаш хиннад цо.</a:t>
            </a:r>
          </a:p>
          <a:p>
            <a:endParaRPr lang="ru-RU" sz="1600" dirty="0"/>
          </a:p>
          <a:p>
            <a:r>
              <a:rPr lang="ru-RU" sz="1600" dirty="0"/>
              <a:t>Вахаш пхи бӀаь шу даьккхад ПирӀона. Харцача хӀаманна тӀехьа из хинна воллашехьа а, зе-зулам хулаш хиннадац цунна, хӀана аьлча, цох доаллаш дар дика кхо хӀама – боккхий нах лархӀар, бераш хьесташ хилар, ялата а дуача моллагӀча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ПирӀон воаве дагадеад гӀамсилга. ПирӀонна дӀатӀа а даха, аьннад цо:</a:t>
            </a:r>
          </a:p>
          <a:p>
            <a:r>
              <a:rPr lang="ru-RU" sz="1600" dirty="0"/>
              <a:t>- ПирӀон, хьайха нах белаш болга хой хьона?</a:t>
            </a:r>
          </a:p>
          <a:p>
            <a:r>
              <a:rPr lang="ru-RU" sz="1600" dirty="0"/>
              <a:t>- Сох хӀана бел? – аьнна, хьаттад цо.</a:t>
            </a:r>
          </a:p>
          <a:p>
            <a:r>
              <a:rPr lang="ru-RU" sz="1600" dirty="0"/>
              <a:t>- Къабенна, мурбенна, хӀамана пайданна боацача, каша бахка мара мегаргбоацача боккхийча наьха Ӏа сий дарах бел, - аьннад.</a:t>
            </a:r>
          </a:p>
          <a:p>
            <a:r>
              <a:rPr lang="ru-RU" sz="1600" dirty="0"/>
              <a:t>- Долче, хьа духьа из дитар аз, - аьннад ПирӀона.</a:t>
            </a:r>
          </a:p>
          <a:p>
            <a:r>
              <a:rPr lang="ru-RU" sz="1600" dirty="0"/>
              <a:t>- Кхы а бел хьох нах, - дӀахо дийцад гӀамсилга, - мӀадаш даьха, мераж Ӏоуха бераш хьест Ӏа, яхаш, бел хьох нах.</a:t>
            </a:r>
          </a:p>
          <a:p>
            <a:r>
              <a:rPr lang="ru-RU" sz="1600" dirty="0"/>
              <a:t>- Иштта из долче, хьа духьа из а дут аз, - аьлар ПирӀона.</a:t>
            </a:r>
          </a:p>
          <a:p>
            <a:r>
              <a:rPr lang="ru-RU" sz="1600" dirty="0"/>
              <a:t>- ХӀаьта, кхы а нах бел хьох. Наха йоах хьо цӀаьрмата ва, маькха юхкаш дӀаехкаш, зирталгаш гулдеш ва, йоах цар, - аьннад гӀамсилго.</a:t>
            </a:r>
          </a:p>
          <a:p>
            <a:r>
              <a:rPr lang="ru-RU" sz="1600" dirty="0"/>
              <a:t>- ДӀахо дӀайодача хана из а кхы дергдоацаш дут аз, - жоп деннад ПирӀона.</a:t>
            </a:r>
          </a:p>
          <a:p>
            <a:endParaRPr lang="ru-RU" sz="1600" dirty="0"/>
          </a:p>
          <a:p>
            <a:r>
              <a:rPr lang="ru-RU" sz="1600" dirty="0"/>
              <a:t>Из аьнна воаллашехьа хӀалак а хинна, вайна дӀаваьлар ПирӀон.</a:t>
            </a:r>
            <a:endParaRPr lang="nl-BE" sz="1600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443C54C-441A-C5BB-DBFD-00B50500ACB0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742565" y="311883"/>
            <a:ext cx="67068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он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х</a:t>
            </a:r>
            <a:r>
              <a:rPr kumimoji="0" lang="nl-BE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l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алакахиларах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906292" y="551289"/>
            <a:ext cx="10379413" cy="5755422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2. </a:t>
            </a:r>
            <a:r>
              <a:rPr kumimoji="0" lang="ru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Гибель Пиръона</a:t>
            </a:r>
            <a:br>
              <a:rPr kumimoji="0" lang="ce-Cyrl-RU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16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Пиръон был неправедный человек. Где-то на краю света из латуни и меди он сделал своды в виде небес. По ним он с грохотом катал бочки и лил из них воду.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Я ли не могу греметь громом? Я ли не могу лить дождь? Я ли не являюсь богом? – говорил он при этом.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Жил Пиръон пятьсот лет. Хотя все это время он и пытался соперничать с самим Всевышним, но Бог не причинял ему никакого вреда, потому что Пиръон соблюдал три хороших обычая: уважал старших, любил детей, свято относился к пище.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Некая гамсилг – ведьма – решила погубить Пиръона. Пришла она к нему и сказала: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Знаешь ли ты, Пиръон, что люди смеются над тобою?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почему они смеются надо мною? – спросил 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Смеются потому, что ты уважаешь старых людей, которые столь дряхлы и непригодны в этой жизни, что их впору класть в могилы.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Ладно, ради тебя я этого больше делать не буду.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А еще люди смеются, - продолжала гамсилг, - что ты ласкаешь грязных и сопливых детей.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Раз так и этого ради тебя я более не буду делать, - сказал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Также люди смеются над тобой, говоря, что ты жаден настолько, что собираешь хлебные крошки и огрызки, - сказала гамсилг.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 Далее и этого я не буду делать, - ответил Пиръон.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После этих слов Пиръон сразу же сгинул со света.</a:t>
            </a:r>
            <a:endParaRPr kumimoji="0" lang="nl-BE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1" y="17836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3E228-0DFB-EEF1-2338-3AD6B9EA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3BEDB9C-78AC-CAD6-9DEC-DD7DD284558F}"/>
              </a:ext>
            </a:extLst>
          </p:cNvPr>
          <p:cNvSpPr txBox="1"/>
          <p:nvPr/>
        </p:nvSpPr>
        <p:spPr>
          <a:xfrm>
            <a:off x="5108642" y="10741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ENGLISH</a:t>
            </a:r>
            <a:endParaRPr lang="nl-BE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6AE75D-6FB0-0CE2-7060-2DE8ECBECE3C}"/>
              </a:ext>
            </a:extLst>
          </p:cNvPr>
          <p:cNvSpPr txBox="1"/>
          <p:nvPr/>
        </p:nvSpPr>
        <p:spPr>
          <a:xfrm>
            <a:off x="906293" y="661864"/>
            <a:ext cx="10379413" cy="52937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2. The Downfall of the Pharaoh</a:t>
            </a:r>
            <a:endParaRPr lang="en-US" sz="1600" b="1" dirty="0"/>
          </a:p>
          <a:p>
            <a:endParaRPr lang="en-US" sz="1600" b="1" dirty="0"/>
          </a:p>
          <a:p>
            <a:r>
              <a:rPr lang="en-US" sz="1600" dirty="0"/>
              <a:t>The Pharaoh was a wicked man. Somewhere at the edge of the world, he fashioned vaults of brass and copper to resemble the heavens. Along these vaults he rolled barrels with a clatter, pouring water from them.</a:t>
            </a:r>
          </a:p>
          <a:p>
            <a:r>
              <a:rPr lang="en-US" sz="1600" dirty="0"/>
              <a:t>‘Am I not able to make thunder roar? Am I not able to make rain fall?’ Am I not a god?’ he would say as he did so.</a:t>
            </a:r>
          </a:p>
          <a:p>
            <a:endParaRPr lang="en-US" sz="1600" dirty="0"/>
          </a:p>
          <a:p>
            <a:r>
              <a:rPr lang="en-US" sz="1600" dirty="0"/>
              <a:t>Pharaoh lived for five hundred years. Although all this time he tried to rival the Almighty himself, God did him no harm, because Pharaoh observed three good customs: he respected his elders, loved children, and treated food with reverence.</a:t>
            </a:r>
          </a:p>
          <a:p>
            <a:endParaRPr lang="en-US" sz="1600" dirty="0"/>
          </a:p>
          <a:p>
            <a:r>
              <a:rPr lang="en-US" sz="1600" dirty="0"/>
              <a:t>A certain </a:t>
            </a:r>
            <a:r>
              <a:rPr lang="en-US" sz="1600" dirty="0" err="1"/>
              <a:t>hamsilg</a:t>
            </a:r>
            <a:r>
              <a:rPr lang="en-US" sz="1600" dirty="0"/>
              <a:t> – a witch – decided to destroy Pharaoh. She came to him and said:</a:t>
            </a:r>
          </a:p>
          <a:p>
            <a:r>
              <a:rPr lang="en-US" sz="1600" dirty="0"/>
              <a:t>‘Do you know, Pharaoh, that people are laughing at you?’</a:t>
            </a:r>
          </a:p>
          <a:p>
            <a:r>
              <a:rPr lang="en-US" sz="1600" dirty="0"/>
              <a:t>‘And why are they laughing at me?’ he asked.</a:t>
            </a:r>
          </a:p>
          <a:p>
            <a:r>
              <a:rPr lang="en-US" sz="1600" dirty="0"/>
              <a:t>‘They laugh because you respect old people who are so decrepit and useless in this life that they ought to be put in their graves.’</a:t>
            </a:r>
          </a:p>
          <a:p>
            <a:r>
              <a:rPr lang="en-US" sz="1600" dirty="0"/>
              <a:t>‘All right, for your sake I won’t do that anymore.’</a:t>
            </a:r>
          </a:p>
          <a:p>
            <a:r>
              <a:rPr lang="en-US" sz="1600" dirty="0"/>
              <a:t>‘And people also laugh,’ continued the </a:t>
            </a:r>
            <a:r>
              <a:rPr lang="en-US" sz="1600" dirty="0" err="1"/>
              <a:t>gamsilg</a:t>
            </a:r>
            <a:r>
              <a:rPr lang="en-US" sz="1600" dirty="0"/>
              <a:t>, ‘that you caress dirty, snotty children.’</a:t>
            </a:r>
          </a:p>
          <a:p>
            <a:r>
              <a:rPr lang="en-US" sz="1600" dirty="0"/>
              <a:t>‘In that case, for your sake, I shall stop doing that too,’ said Pharaoh.</a:t>
            </a:r>
          </a:p>
          <a:p>
            <a:r>
              <a:rPr lang="en-US" sz="1600" dirty="0"/>
              <a:t>‘People also laugh at you, saying that you are so greedy that you gather breadcrumbs and scraps,’ said the </a:t>
            </a:r>
            <a:r>
              <a:rPr lang="en-US" sz="1600" dirty="0" err="1"/>
              <a:t>gamsilg</a:t>
            </a:r>
            <a:r>
              <a:rPr lang="en-US" sz="1600" dirty="0"/>
              <a:t>.</a:t>
            </a:r>
          </a:p>
          <a:p>
            <a:r>
              <a:rPr lang="en-US" sz="1600" dirty="0"/>
              <a:t>‘I shall stop doing that as well,’ replied Pharaoh.</a:t>
            </a:r>
          </a:p>
          <a:p>
            <a:endParaRPr lang="en-US" sz="1600" dirty="0"/>
          </a:p>
          <a:p>
            <a:r>
              <a:rPr lang="en-US" sz="1600" dirty="0"/>
              <a:t>After these words, Pharaoh vanished from the face of the earth at once.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3912258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AD386A-E652-F092-4302-9A5564B64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93E2E525-A17F-4826-347D-F47A09EB0F54}"/>
              </a:ext>
            </a:extLst>
          </p:cNvPr>
          <p:cNvSpPr txBox="1"/>
          <p:nvPr/>
        </p:nvSpPr>
        <p:spPr>
          <a:xfrm>
            <a:off x="906293" y="553306"/>
            <a:ext cx="10379413" cy="5755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/>
              <a:t>2. </a:t>
            </a:r>
            <a:r>
              <a:rPr lang="ru-RU" sz="1600" b="1" dirty="0"/>
              <a:t>Пир</a:t>
            </a:r>
            <a:r>
              <a:rPr lang="nl-BE" sz="1600" b="1" dirty="0"/>
              <a:t>l</a:t>
            </a:r>
            <a:r>
              <a:rPr lang="ru-RU" sz="1600" b="1" dirty="0"/>
              <a:t>ун х</a:t>
            </a:r>
            <a:r>
              <a:rPr lang="nl-BE" sz="1600" b="1" dirty="0"/>
              <a:t>l</a:t>
            </a:r>
            <a:r>
              <a:rPr lang="ru-RU" sz="1600" b="1" dirty="0"/>
              <a:t>аллакьхиларах</a:t>
            </a:r>
            <a:endParaRPr lang="en-US" sz="1600" b="1" dirty="0"/>
          </a:p>
          <a:p>
            <a:r>
              <a:rPr lang="ru-RU" sz="1600" dirty="0"/>
              <a:t>ПирӀун харцхьа стаг хилла. Цхьанхьа дуьненна йистехь гезах цхьа стигалан хьесапе кхалонаш йина цо. Царна тӀехула черманаш хоьхкуш, татанаш деш, тӀера хи Ӏенадеш хилла иза.</a:t>
            </a:r>
          </a:p>
          <a:p>
            <a:r>
              <a:rPr lang="ru-RU" sz="1600" dirty="0"/>
              <a:t>- Со а вац стигал къовкъайеш, догӀа доьлхуьйтуш. Со а вац дела? – олуш хилла цо.</a:t>
            </a:r>
          </a:p>
          <a:p>
            <a:endParaRPr lang="ru-RU" sz="1600" dirty="0"/>
          </a:p>
          <a:p>
            <a:r>
              <a:rPr lang="ru-RU" sz="1600" dirty="0"/>
              <a:t>Вехаш пхи бӀе шо даьккхина ПирӀуно. Харцачу хӀуманна тӀехь иза воллушехь а, зен-зулам хуьлуш хилла дац цунна, хӀунда аьлча, цунах доллуш дар дика кхоъ хӀума – баккхий нах ларар, бераш хьоьстуш хилар, йалтина а дуучунна молучунна а хьурмат дар.</a:t>
            </a:r>
          </a:p>
          <a:p>
            <a:endParaRPr lang="ru-RU" sz="1600" dirty="0"/>
          </a:p>
          <a:p>
            <a:r>
              <a:rPr lang="ru-RU" sz="1600" dirty="0"/>
              <a:t>ПирӀун вохаван дагадеан гӀоман. ПирӀунна тӀе а дахна, аьлла цо:</a:t>
            </a:r>
          </a:p>
          <a:p>
            <a:r>
              <a:rPr lang="ru-RU" sz="1600" dirty="0"/>
              <a:t>- ПирӀун, хьайх нах боьлуш болий хаьий хьуна?</a:t>
            </a:r>
          </a:p>
          <a:p>
            <a:r>
              <a:rPr lang="ru-RU" sz="1600" dirty="0"/>
              <a:t>- Сох хӀунда боьлу? – аьлла, хаьттина цо.</a:t>
            </a:r>
          </a:p>
          <a:p>
            <a:r>
              <a:rPr lang="ru-RU" sz="1600" dirty="0"/>
              <a:t>- Къанбелла, мурбоьлла, хӀуманна пайден боцачу, коше бахка бен мегар боцачу баккхийчу нехан ахь сий дарех боьлу, - аьлла.</a:t>
            </a:r>
          </a:p>
          <a:p>
            <a:r>
              <a:rPr lang="ru-RU" sz="1600" dirty="0"/>
              <a:t>- Делахь, хьан дуьхьа иза дитира ас, - аьлла ПирӀуно.</a:t>
            </a:r>
          </a:p>
          <a:p>
            <a:r>
              <a:rPr lang="ru-RU" sz="1600" dirty="0"/>
              <a:t>- Кхин а боьлу хьох нах, - кхидӀа дийцина гӀомо, - модех дохку, мераш охьаоьху бераш хьестадо ахь, бохуш, боьлу хьох нах.</a:t>
            </a:r>
          </a:p>
          <a:p>
            <a:r>
              <a:rPr lang="ru-RU" sz="1600" dirty="0"/>
              <a:t>- Иштта иза делахь, хьан дуьхьа иза а дуьту ас, - элира ПирӀуно.</a:t>
            </a:r>
          </a:p>
          <a:p>
            <a:r>
              <a:rPr lang="ru-RU" sz="1600" dirty="0"/>
              <a:t>- ХӀета, кхин а нах боьлу хьох. Наха боху хьо сутара ву, баьпкан йуьхкаш дӀайохкуш, цуьргаш гулдеш ву, бах цара, - аьлла гӀомо.</a:t>
            </a:r>
          </a:p>
          <a:p>
            <a:r>
              <a:rPr lang="ru-RU" sz="1600" dirty="0"/>
              <a:t>- КхидӀа дӀайоьдучу хенахь иза а кхин дийра доцуш дуьту ас, - жоп делла ПирӀуно.</a:t>
            </a:r>
          </a:p>
          <a:p>
            <a:endParaRPr lang="ru-RU" sz="1600" dirty="0"/>
          </a:p>
          <a:p>
            <a:r>
              <a:rPr lang="ru-RU" sz="1600" dirty="0"/>
              <a:t>Иза аьлла воллушехь хӀаллак а хилла, вайна дӀавелир ПирӀун.</a:t>
            </a:r>
            <a:endParaRPr lang="ru-RU" sz="1600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2501EA-A4E5-78D0-3E04-F3E2BF5DAC77}"/>
              </a:ext>
            </a:extLst>
          </p:cNvPr>
          <p:cNvSpPr txBox="1"/>
          <p:nvPr/>
        </p:nvSpPr>
        <p:spPr>
          <a:xfrm>
            <a:off x="5108642" y="113760"/>
            <a:ext cx="1974716" cy="369332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b="1" dirty="0"/>
              <a:t>НОХЧИЙН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2931720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157" y="164324"/>
            <a:ext cx="2021294" cy="580936"/>
          </a:xfrm>
        </p:spPr>
        <p:txBody>
          <a:bodyPr>
            <a:normAutofit/>
          </a:bodyPr>
          <a:lstStyle/>
          <a:p>
            <a:r>
              <a:rPr lang="ce-Cyrl-RU" dirty="0"/>
              <a:t>Лексика</a:t>
            </a:r>
            <a:endParaRPr lang="nl-B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79155C-CF26-7137-7DDB-1E5F0CAF8B18}"/>
              </a:ext>
            </a:extLst>
          </p:cNvPr>
          <p:cNvSpPr txBox="1"/>
          <p:nvPr/>
        </p:nvSpPr>
        <p:spPr>
          <a:xfrm>
            <a:off x="516029" y="745260"/>
            <a:ext cx="9050001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buNone/>
            </a:pPr>
            <a:r>
              <a:rPr lang="nl-BE" i="1" dirty="0" err="1"/>
              <a:t>Пирlон</a:t>
            </a:r>
            <a:r>
              <a:rPr lang="nl-BE" i="1" dirty="0"/>
              <a:t> </a:t>
            </a:r>
            <a:r>
              <a:rPr lang="nl-BE" i="1" dirty="0" err="1"/>
              <a:t>хlалакьхиларах</a:t>
            </a:r>
            <a:endParaRPr lang="nl-BE" dirty="0"/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/>
              <a:t>Пир1он </a:t>
            </a:r>
            <a:r>
              <a:rPr lang="nl-BE" sz="1400" dirty="0" err="1"/>
              <a:t>харцахьа</a:t>
            </a:r>
            <a:r>
              <a:rPr lang="nl-BE" sz="1400" dirty="0"/>
              <a:t> </a:t>
            </a:r>
            <a:r>
              <a:rPr lang="nl-BE" sz="1400" dirty="0" err="1"/>
              <a:t>саг</a:t>
            </a:r>
            <a:r>
              <a:rPr lang="nl-BE" sz="1400" dirty="0"/>
              <a:t> </a:t>
            </a:r>
            <a:r>
              <a:rPr lang="nl-BE" sz="1400" dirty="0" err="1"/>
              <a:t>хиннав</a:t>
            </a:r>
            <a:r>
              <a:rPr lang="nl-BE" sz="1400" dirty="0"/>
              <a:t>. </a:t>
            </a:r>
            <a:r>
              <a:rPr lang="nl-BE" sz="1400" dirty="0" err="1"/>
              <a:t>Цхьанахьа</a:t>
            </a:r>
            <a:r>
              <a:rPr lang="nl-BE" sz="1400" dirty="0"/>
              <a:t> </a:t>
            </a:r>
            <a:r>
              <a:rPr lang="nl-BE" sz="1400" dirty="0" err="1"/>
              <a:t>дуне</a:t>
            </a:r>
            <a:r>
              <a:rPr lang="nl-BE" sz="1400" dirty="0"/>
              <a:t> </a:t>
            </a:r>
            <a:r>
              <a:rPr lang="nl-BE" sz="1400" dirty="0" err="1"/>
              <a:t>йисте</a:t>
            </a:r>
            <a:r>
              <a:rPr lang="nl-BE" sz="1400" dirty="0"/>
              <a:t> </a:t>
            </a:r>
            <a:r>
              <a:rPr lang="nl-BE" sz="1400" i="1" dirty="0" err="1"/>
              <a:t>гезах</a:t>
            </a:r>
            <a:r>
              <a:rPr lang="nl-BE" sz="1400" dirty="0"/>
              <a:t> </a:t>
            </a:r>
            <a:r>
              <a:rPr lang="nl-BE" sz="1400" dirty="0" err="1"/>
              <a:t>цхьа</a:t>
            </a:r>
            <a:r>
              <a:rPr lang="nl-BE" sz="1400" dirty="0"/>
              <a:t> </a:t>
            </a:r>
            <a:r>
              <a:rPr lang="nl-BE" sz="1400" dirty="0" err="1"/>
              <a:t>сигала</a:t>
            </a:r>
            <a:r>
              <a:rPr lang="nl-BE" sz="1400" dirty="0"/>
              <a:t> </a:t>
            </a:r>
            <a:r>
              <a:rPr lang="nl-BE" sz="1400" dirty="0" err="1"/>
              <a:t>хьисапе</a:t>
            </a:r>
            <a:r>
              <a:rPr lang="nl-BE" sz="1400" dirty="0"/>
              <a:t> </a:t>
            </a:r>
            <a:r>
              <a:rPr lang="nl-BE" sz="1400" i="1" dirty="0" err="1"/>
              <a:t>кхоаленаш</a:t>
            </a:r>
            <a:r>
              <a:rPr lang="nl-BE" sz="1400" dirty="0"/>
              <a:t> </a:t>
            </a:r>
            <a:r>
              <a:rPr lang="nl-BE" sz="1400" dirty="0" err="1"/>
              <a:t>яьй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. </a:t>
            </a:r>
            <a:r>
              <a:rPr lang="nl-BE" sz="1400" dirty="0" err="1"/>
              <a:t>Царна</a:t>
            </a:r>
            <a:r>
              <a:rPr lang="nl-BE" sz="1400" dirty="0"/>
              <a:t> т1аг1олла </a:t>
            </a:r>
            <a:r>
              <a:rPr lang="nl-BE" sz="1400" i="1" dirty="0" err="1"/>
              <a:t>педаш</a:t>
            </a:r>
            <a:r>
              <a:rPr lang="nl-BE" sz="1400" dirty="0"/>
              <a:t> </a:t>
            </a:r>
            <a:r>
              <a:rPr lang="nl-BE" sz="1400" dirty="0" err="1"/>
              <a:t>хехкаш</a:t>
            </a:r>
            <a:r>
              <a:rPr lang="nl-BE" sz="1400" dirty="0"/>
              <a:t>, </a:t>
            </a:r>
            <a:r>
              <a:rPr lang="nl-BE" sz="1400" dirty="0" err="1"/>
              <a:t>таташ</a:t>
            </a:r>
            <a:r>
              <a:rPr lang="nl-BE" sz="1400" dirty="0"/>
              <a:t> </a:t>
            </a:r>
            <a:r>
              <a:rPr lang="nl-BE" sz="1400" dirty="0" err="1"/>
              <a:t>деш</a:t>
            </a:r>
            <a:r>
              <a:rPr lang="nl-BE" sz="1400" dirty="0"/>
              <a:t>, т1ера </a:t>
            </a:r>
            <a:r>
              <a:rPr lang="nl-BE" sz="1400" dirty="0" err="1"/>
              <a:t>хий</a:t>
            </a:r>
            <a:r>
              <a:rPr lang="nl-BE" sz="1400" dirty="0"/>
              <a:t> 1очумехкадеш </a:t>
            </a:r>
            <a:r>
              <a:rPr lang="nl-BE" sz="1400" dirty="0" err="1"/>
              <a:t>хиннав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Со</a:t>
            </a:r>
            <a:r>
              <a:rPr lang="nl-BE" sz="1400" dirty="0"/>
              <a:t> а </a:t>
            </a:r>
            <a:r>
              <a:rPr lang="nl-BE" sz="1400" dirty="0" err="1"/>
              <a:t>веций</a:t>
            </a:r>
            <a:r>
              <a:rPr lang="nl-BE" sz="1400" dirty="0"/>
              <a:t> </a:t>
            </a:r>
            <a:r>
              <a:rPr lang="nl-BE" sz="1400" i="1" dirty="0" err="1"/>
              <a:t>ды</a:t>
            </a:r>
            <a:r>
              <a:rPr lang="nl-BE" sz="1400" i="1" dirty="0"/>
              <a:t> </a:t>
            </a:r>
            <a:r>
              <a:rPr lang="nl-BE" sz="1400" i="1" dirty="0" err="1"/>
              <a:t>къувкъадеш</a:t>
            </a:r>
            <a:r>
              <a:rPr lang="nl-BE" sz="1400" dirty="0"/>
              <a:t>, </a:t>
            </a:r>
            <a:r>
              <a:rPr lang="nl-BE" sz="1400" i="1" dirty="0"/>
              <a:t>дог1а </a:t>
            </a:r>
            <a:r>
              <a:rPr lang="nl-BE" sz="1400" i="1" dirty="0" err="1"/>
              <a:t>делхийташ</a:t>
            </a:r>
            <a:r>
              <a:rPr lang="nl-BE" sz="1400" dirty="0"/>
              <a:t>. </a:t>
            </a:r>
            <a:r>
              <a:rPr lang="nl-BE" sz="1400" dirty="0" err="1"/>
              <a:t>Со</a:t>
            </a:r>
            <a:r>
              <a:rPr lang="nl-BE" sz="1400" dirty="0"/>
              <a:t> а </a:t>
            </a:r>
            <a:r>
              <a:rPr lang="nl-BE" sz="1400" dirty="0" err="1"/>
              <a:t>веций</a:t>
            </a:r>
            <a:r>
              <a:rPr lang="nl-BE" sz="1400" dirty="0"/>
              <a:t> </a:t>
            </a:r>
            <a:r>
              <a:rPr lang="nl-BE" sz="1400" dirty="0" err="1"/>
              <a:t>даьла</a:t>
            </a:r>
            <a:r>
              <a:rPr lang="nl-BE" sz="1400" dirty="0"/>
              <a:t>? – </a:t>
            </a:r>
            <a:r>
              <a:rPr lang="nl-BE" sz="1400" dirty="0" err="1"/>
              <a:t>оалаш</a:t>
            </a:r>
            <a:r>
              <a:rPr lang="nl-BE" sz="1400" dirty="0"/>
              <a:t> </a:t>
            </a:r>
            <a:r>
              <a:rPr lang="nl-BE" sz="1400" dirty="0" err="1"/>
              <a:t>хиннад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.</a:t>
            </a:r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 err="1"/>
              <a:t>Вахаш</a:t>
            </a:r>
            <a:r>
              <a:rPr lang="nl-BE" sz="1400" dirty="0"/>
              <a:t> </a:t>
            </a:r>
            <a:r>
              <a:rPr lang="nl-BE" sz="1400" dirty="0" err="1"/>
              <a:t>пхи</a:t>
            </a:r>
            <a:r>
              <a:rPr lang="nl-BE" sz="1400" dirty="0"/>
              <a:t> б1аь </a:t>
            </a:r>
            <a:r>
              <a:rPr lang="nl-BE" sz="1400" dirty="0" err="1"/>
              <a:t>шу</a:t>
            </a:r>
            <a:r>
              <a:rPr lang="nl-BE" sz="1400" dirty="0"/>
              <a:t> </a:t>
            </a:r>
            <a:r>
              <a:rPr lang="nl-BE" sz="1400" dirty="0" err="1"/>
              <a:t>даьккхад</a:t>
            </a:r>
            <a:r>
              <a:rPr lang="nl-BE" sz="1400" dirty="0"/>
              <a:t> Пир1она. </a:t>
            </a:r>
            <a:r>
              <a:rPr lang="nl-BE" sz="1400" dirty="0" err="1"/>
              <a:t>Харцача</a:t>
            </a:r>
            <a:r>
              <a:rPr lang="nl-BE" sz="1400" dirty="0"/>
              <a:t> х1аманна т1ехьа </a:t>
            </a: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хинна</a:t>
            </a:r>
            <a:r>
              <a:rPr lang="nl-BE" sz="1400" dirty="0"/>
              <a:t> </a:t>
            </a:r>
            <a:r>
              <a:rPr lang="nl-BE" sz="1400" dirty="0" err="1"/>
              <a:t>воллашехьа</a:t>
            </a:r>
            <a:r>
              <a:rPr lang="nl-BE" sz="1400" dirty="0"/>
              <a:t> а, </a:t>
            </a:r>
            <a:r>
              <a:rPr lang="nl-BE" sz="1400" i="1" dirty="0" err="1"/>
              <a:t>зе-зулам</a:t>
            </a:r>
            <a:r>
              <a:rPr lang="nl-BE" sz="1400" dirty="0"/>
              <a:t> </a:t>
            </a:r>
            <a:r>
              <a:rPr lang="nl-BE" sz="1400" dirty="0" err="1"/>
              <a:t>хулаш</a:t>
            </a:r>
            <a:r>
              <a:rPr lang="nl-BE" sz="1400" dirty="0"/>
              <a:t> </a:t>
            </a:r>
            <a:r>
              <a:rPr lang="nl-BE" sz="1400" dirty="0" err="1"/>
              <a:t>хиннадац</a:t>
            </a:r>
            <a:r>
              <a:rPr lang="nl-BE" sz="1400" dirty="0"/>
              <a:t> </a:t>
            </a:r>
            <a:r>
              <a:rPr lang="nl-BE" sz="1400" dirty="0" err="1"/>
              <a:t>цунна</a:t>
            </a:r>
            <a:r>
              <a:rPr lang="nl-BE" sz="1400" dirty="0"/>
              <a:t>, х1ана </a:t>
            </a:r>
            <a:r>
              <a:rPr lang="nl-BE" sz="1400" dirty="0" err="1"/>
              <a:t>аьлча</a:t>
            </a:r>
            <a:r>
              <a:rPr lang="nl-BE" sz="1400" dirty="0"/>
              <a:t>, </a:t>
            </a:r>
            <a:r>
              <a:rPr lang="nl-BE" sz="1400" dirty="0" err="1"/>
              <a:t>цох</a:t>
            </a:r>
            <a:r>
              <a:rPr lang="nl-BE" sz="1400" dirty="0"/>
              <a:t> </a:t>
            </a:r>
            <a:r>
              <a:rPr lang="nl-BE" sz="1400" dirty="0" err="1"/>
              <a:t>доаллаш</a:t>
            </a:r>
            <a:r>
              <a:rPr lang="nl-BE" sz="1400" dirty="0"/>
              <a:t> </a:t>
            </a:r>
            <a:r>
              <a:rPr lang="nl-BE" sz="1400" dirty="0" err="1"/>
              <a:t>дар</a:t>
            </a:r>
            <a:r>
              <a:rPr lang="nl-BE" sz="1400" dirty="0"/>
              <a:t> </a:t>
            </a:r>
            <a:r>
              <a:rPr lang="nl-BE" sz="1400" dirty="0" err="1"/>
              <a:t>дика</a:t>
            </a:r>
            <a:r>
              <a:rPr lang="nl-BE" sz="1400" dirty="0"/>
              <a:t> </a:t>
            </a:r>
            <a:r>
              <a:rPr lang="nl-BE" sz="1400" dirty="0" err="1"/>
              <a:t>кхо</a:t>
            </a:r>
            <a:r>
              <a:rPr lang="nl-BE" sz="1400" dirty="0"/>
              <a:t> х1ама – </a:t>
            </a:r>
            <a:r>
              <a:rPr lang="nl-BE" sz="1400" dirty="0" err="1"/>
              <a:t>боккхий</a:t>
            </a:r>
            <a:endParaRPr lang="nl-BE" sz="1400" dirty="0"/>
          </a:p>
          <a:p>
            <a:pPr>
              <a:buNone/>
            </a:pPr>
            <a:r>
              <a:rPr lang="nl-BE" sz="1400" dirty="0" err="1"/>
              <a:t>нах</a:t>
            </a:r>
            <a:r>
              <a:rPr lang="nl-BE" sz="1400" dirty="0"/>
              <a:t> </a:t>
            </a:r>
            <a:r>
              <a:rPr lang="nl-BE" sz="1400" i="1" dirty="0"/>
              <a:t>ларх1ар</a:t>
            </a:r>
            <a:r>
              <a:rPr lang="nl-BE" sz="1400" dirty="0"/>
              <a:t>, </a:t>
            </a:r>
            <a:r>
              <a:rPr lang="nl-BE" sz="1400" dirty="0" err="1"/>
              <a:t>бераш</a:t>
            </a:r>
            <a:r>
              <a:rPr lang="nl-BE" sz="1400" dirty="0"/>
              <a:t> </a:t>
            </a:r>
            <a:r>
              <a:rPr lang="nl-BE" sz="1400" i="1" dirty="0" err="1"/>
              <a:t>хьесташ</a:t>
            </a:r>
            <a:r>
              <a:rPr lang="nl-BE" sz="1400" dirty="0"/>
              <a:t> </a:t>
            </a:r>
            <a:r>
              <a:rPr lang="nl-BE" sz="1400" dirty="0" err="1"/>
              <a:t>хилар</a:t>
            </a:r>
            <a:r>
              <a:rPr lang="nl-BE" sz="1400" dirty="0"/>
              <a:t>, </a:t>
            </a:r>
            <a:r>
              <a:rPr lang="nl-BE" sz="1400" i="1" dirty="0" err="1"/>
              <a:t>ялата</a:t>
            </a:r>
            <a:r>
              <a:rPr lang="nl-BE" sz="1400" dirty="0"/>
              <a:t> а </a:t>
            </a:r>
            <a:r>
              <a:rPr lang="nl-BE" sz="1400" dirty="0" err="1"/>
              <a:t>дуача</a:t>
            </a:r>
            <a:r>
              <a:rPr lang="nl-BE" sz="1400" dirty="0"/>
              <a:t> моллаг1ча а </a:t>
            </a:r>
            <a:r>
              <a:rPr lang="nl-BE" sz="1400" i="1" dirty="0" err="1"/>
              <a:t>хьурмат</a:t>
            </a:r>
            <a:r>
              <a:rPr lang="nl-BE" sz="1400" i="1" dirty="0"/>
              <a:t> </a:t>
            </a:r>
            <a:r>
              <a:rPr lang="nl-BE" sz="1400" i="1" dirty="0" err="1"/>
              <a:t>дар</a:t>
            </a:r>
            <a:r>
              <a:rPr lang="nl-BE" sz="1400" dirty="0"/>
              <a:t>.</a:t>
            </a:r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/>
              <a:t>Пир1он </a:t>
            </a:r>
            <a:r>
              <a:rPr lang="nl-BE" sz="1400" dirty="0" err="1"/>
              <a:t>воаве</a:t>
            </a:r>
            <a:r>
              <a:rPr lang="nl-BE" sz="1400" dirty="0"/>
              <a:t> </a:t>
            </a:r>
            <a:r>
              <a:rPr lang="nl-BE" sz="1400" dirty="0" err="1"/>
              <a:t>дагадеад</a:t>
            </a:r>
            <a:r>
              <a:rPr lang="nl-BE" sz="1400" dirty="0"/>
              <a:t> </a:t>
            </a:r>
            <a:r>
              <a:rPr lang="nl-BE" sz="1400" i="1" dirty="0"/>
              <a:t>г1амсилга</a:t>
            </a:r>
            <a:r>
              <a:rPr lang="nl-BE" sz="1400" dirty="0"/>
              <a:t>. Пир1онна д1ат1а а </a:t>
            </a:r>
            <a:r>
              <a:rPr lang="nl-BE" sz="1400" dirty="0" err="1"/>
              <a:t>даха</a:t>
            </a:r>
            <a:r>
              <a:rPr lang="nl-BE" sz="1400" dirty="0"/>
              <a:t>, </a:t>
            </a:r>
            <a:r>
              <a:rPr lang="nl-BE" sz="1400" dirty="0" err="1"/>
              <a:t>аьннад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:</a:t>
            </a:r>
          </a:p>
          <a:p>
            <a:pPr>
              <a:buNone/>
            </a:pPr>
            <a:r>
              <a:rPr lang="nl-BE" sz="1400" dirty="0"/>
              <a:t>- Пир1он, </a:t>
            </a:r>
            <a:r>
              <a:rPr lang="nl-BE" sz="1400" dirty="0" err="1"/>
              <a:t>хьайха</a:t>
            </a:r>
            <a:r>
              <a:rPr lang="nl-BE" sz="1400" dirty="0"/>
              <a:t> </a:t>
            </a:r>
            <a:r>
              <a:rPr lang="nl-BE" sz="1400" dirty="0" err="1"/>
              <a:t>нах</a:t>
            </a:r>
            <a:r>
              <a:rPr lang="nl-BE" sz="1400" dirty="0"/>
              <a:t> </a:t>
            </a:r>
            <a:r>
              <a:rPr lang="nl-BE" sz="1400" dirty="0" err="1"/>
              <a:t>белаш</a:t>
            </a:r>
            <a:r>
              <a:rPr lang="nl-BE" sz="1400" dirty="0"/>
              <a:t> </a:t>
            </a:r>
            <a:r>
              <a:rPr lang="nl-BE" sz="1400" dirty="0" err="1"/>
              <a:t>болга</a:t>
            </a:r>
            <a:r>
              <a:rPr lang="nl-BE" sz="1400" dirty="0"/>
              <a:t> </a:t>
            </a:r>
            <a:r>
              <a:rPr lang="nl-BE" sz="1400" dirty="0" err="1"/>
              <a:t>хой</a:t>
            </a:r>
            <a:r>
              <a:rPr lang="nl-BE" sz="1400" dirty="0"/>
              <a:t> </a:t>
            </a:r>
            <a:r>
              <a:rPr lang="nl-BE" sz="1400" dirty="0" err="1"/>
              <a:t>хьона</a:t>
            </a:r>
            <a:r>
              <a:rPr lang="nl-BE" sz="1400" dirty="0"/>
              <a:t>?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Сох</a:t>
            </a:r>
            <a:r>
              <a:rPr lang="nl-BE" sz="1400" dirty="0"/>
              <a:t> х1ана </a:t>
            </a:r>
            <a:r>
              <a:rPr lang="nl-BE" sz="1400" dirty="0" err="1"/>
              <a:t>бел</a:t>
            </a:r>
            <a:r>
              <a:rPr lang="nl-BE" sz="1400" dirty="0"/>
              <a:t>? – </a:t>
            </a:r>
            <a:r>
              <a:rPr lang="nl-BE" sz="1400" dirty="0" err="1"/>
              <a:t>аьнна</a:t>
            </a:r>
            <a:r>
              <a:rPr lang="nl-BE" sz="1400" dirty="0"/>
              <a:t>, </a:t>
            </a:r>
            <a:r>
              <a:rPr lang="nl-BE" sz="1400" dirty="0" err="1"/>
              <a:t>хьаттад</a:t>
            </a:r>
            <a:r>
              <a:rPr lang="nl-BE" sz="1400" dirty="0"/>
              <a:t> </a:t>
            </a:r>
            <a:r>
              <a:rPr lang="nl-BE" sz="1400" dirty="0" err="1"/>
              <a:t>цо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Къабенна</a:t>
            </a:r>
            <a:r>
              <a:rPr lang="nl-BE" sz="1400" dirty="0"/>
              <a:t>, </a:t>
            </a:r>
            <a:r>
              <a:rPr lang="nl-BE" sz="1400" i="1" dirty="0" err="1"/>
              <a:t>мурбенна</a:t>
            </a:r>
            <a:r>
              <a:rPr lang="nl-BE" sz="1400" dirty="0"/>
              <a:t>, х1амана </a:t>
            </a:r>
            <a:r>
              <a:rPr lang="nl-BE" sz="1400" dirty="0" err="1"/>
              <a:t>пайданна</a:t>
            </a:r>
            <a:r>
              <a:rPr lang="nl-BE" sz="1400" dirty="0"/>
              <a:t> </a:t>
            </a:r>
            <a:r>
              <a:rPr lang="nl-BE" sz="1400" dirty="0" err="1"/>
              <a:t>боацача</a:t>
            </a:r>
            <a:r>
              <a:rPr lang="nl-BE" sz="1400" dirty="0"/>
              <a:t>, </a:t>
            </a:r>
            <a:r>
              <a:rPr lang="nl-BE" sz="1400" dirty="0" err="1"/>
              <a:t>каша</a:t>
            </a:r>
            <a:r>
              <a:rPr lang="nl-BE" sz="1400" dirty="0"/>
              <a:t> </a:t>
            </a:r>
            <a:r>
              <a:rPr lang="nl-BE" sz="1400" dirty="0" err="1"/>
              <a:t>бахка</a:t>
            </a:r>
            <a:r>
              <a:rPr lang="nl-BE" sz="1400" dirty="0"/>
              <a:t> </a:t>
            </a:r>
            <a:r>
              <a:rPr lang="nl-BE" sz="1400" dirty="0" err="1"/>
              <a:t>мара</a:t>
            </a:r>
            <a:r>
              <a:rPr lang="nl-BE" sz="1400" dirty="0"/>
              <a:t> </a:t>
            </a:r>
            <a:r>
              <a:rPr lang="nl-BE" sz="1400" dirty="0" err="1"/>
              <a:t>мегаргбоацача</a:t>
            </a:r>
            <a:r>
              <a:rPr lang="nl-BE" sz="1400" dirty="0"/>
              <a:t> </a:t>
            </a:r>
            <a:r>
              <a:rPr lang="nl-BE" sz="1400" dirty="0" err="1"/>
              <a:t>боккхийча</a:t>
            </a:r>
            <a:r>
              <a:rPr lang="nl-BE" sz="1400" dirty="0"/>
              <a:t> </a:t>
            </a:r>
            <a:r>
              <a:rPr lang="nl-BE" sz="1400" dirty="0" err="1"/>
              <a:t>наьха</a:t>
            </a:r>
            <a:r>
              <a:rPr lang="nl-BE" sz="1400" dirty="0"/>
              <a:t> 1а </a:t>
            </a:r>
            <a:r>
              <a:rPr lang="nl-BE" sz="1400" i="1" dirty="0" err="1"/>
              <a:t>сий</a:t>
            </a:r>
            <a:r>
              <a:rPr lang="nl-BE" sz="1400" i="1" dirty="0"/>
              <a:t> </a:t>
            </a:r>
            <a:r>
              <a:rPr lang="nl-BE" sz="1400" i="1" dirty="0" err="1"/>
              <a:t>дарах</a:t>
            </a:r>
            <a:r>
              <a:rPr lang="nl-BE" sz="1400" dirty="0"/>
              <a:t> </a:t>
            </a:r>
            <a:r>
              <a:rPr lang="nl-BE" sz="1400" dirty="0" err="1"/>
              <a:t>бел</a:t>
            </a:r>
            <a:r>
              <a:rPr lang="nl-BE" sz="1400" dirty="0"/>
              <a:t>, - </a:t>
            </a:r>
            <a:r>
              <a:rPr lang="nl-BE" sz="1400" dirty="0" err="1"/>
              <a:t>аьннад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Долче</a:t>
            </a:r>
            <a:r>
              <a:rPr lang="nl-BE" sz="1400" dirty="0"/>
              <a:t>, </a:t>
            </a:r>
            <a:r>
              <a:rPr lang="nl-BE" sz="1400" dirty="0" err="1"/>
              <a:t>хьа</a:t>
            </a:r>
            <a:r>
              <a:rPr lang="nl-BE" sz="1400" dirty="0"/>
              <a:t> </a:t>
            </a:r>
            <a:r>
              <a:rPr lang="nl-BE" sz="1400" dirty="0" err="1"/>
              <a:t>духьа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дитар</a:t>
            </a:r>
            <a:r>
              <a:rPr lang="nl-BE" sz="1400" dirty="0"/>
              <a:t> </a:t>
            </a:r>
            <a:r>
              <a:rPr lang="nl-BE" sz="1400" dirty="0" err="1"/>
              <a:t>аз</a:t>
            </a:r>
            <a:r>
              <a:rPr lang="nl-BE" sz="1400" dirty="0"/>
              <a:t>, - </a:t>
            </a:r>
            <a:r>
              <a:rPr lang="nl-BE" sz="1400" dirty="0" err="1"/>
              <a:t>аьннад</a:t>
            </a:r>
            <a:r>
              <a:rPr lang="nl-BE" sz="1400" dirty="0"/>
              <a:t> Пир1она.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Кхы</a:t>
            </a:r>
            <a:r>
              <a:rPr lang="nl-BE" sz="1400" dirty="0"/>
              <a:t> а </a:t>
            </a:r>
            <a:r>
              <a:rPr lang="nl-BE" sz="1400" dirty="0" err="1"/>
              <a:t>бел</a:t>
            </a:r>
            <a:r>
              <a:rPr lang="nl-BE" sz="1400" dirty="0"/>
              <a:t> </a:t>
            </a:r>
            <a:r>
              <a:rPr lang="nl-BE" sz="1400" dirty="0" err="1"/>
              <a:t>хьох</a:t>
            </a:r>
            <a:r>
              <a:rPr lang="nl-BE" sz="1400" dirty="0"/>
              <a:t> </a:t>
            </a:r>
            <a:r>
              <a:rPr lang="nl-BE" sz="1400" dirty="0" err="1"/>
              <a:t>нах</a:t>
            </a:r>
            <a:r>
              <a:rPr lang="nl-BE" sz="1400" dirty="0"/>
              <a:t>, - д1ахо </a:t>
            </a:r>
            <a:r>
              <a:rPr lang="nl-BE" sz="1400" dirty="0" err="1"/>
              <a:t>дийцад</a:t>
            </a:r>
            <a:r>
              <a:rPr lang="nl-BE" sz="1400" dirty="0"/>
              <a:t> г1амсилга, - м1адаш </a:t>
            </a:r>
            <a:r>
              <a:rPr lang="nl-BE" sz="1400" dirty="0" err="1"/>
              <a:t>даьха</a:t>
            </a:r>
            <a:r>
              <a:rPr lang="nl-BE" sz="1400" dirty="0"/>
              <a:t>, </a:t>
            </a:r>
            <a:r>
              <a:rPr lang="nl-BE" sz="1400" i="1" dirty="0" err="1"/>
              <a:t>мераж</a:t>
            </a:r>
            <a:r>
              <a:rPr lang="nl-BE" sz="1400" dirty="0"/>
              <a:t> 1оуха </a:t>
            </a:r>
            <a:r>
              <a:rPr lang="nl-BE" sz="1400" dirty="0" err="1"/>
              <a:t>бераш</a:t>
            </a:r>
            <a:r>
              <a:rPr lang="nl-BE" sz="1400" dirty="0"/>
              <a:t> </a:t>
            </a:r>
            <a:r>
              <a:rPr lang="nl-BE" sz="1400" dirty="0" err="1"/>
              <a:t>хьест</a:t>
            </a:r>
            <a:r>
              <a:rPr lang="nl-BE" sz="1400" dirty="0"/>
              <a:t> 1а, </a:t>
            </a:r>
            <a:r>
              <a:rPr lang="nl-BE" sz="1400" dirty="0" err="1"/>
              <a:t>яхаш</a:t>
            </a:r>
            <a:r>
              <a:rPr lang="nl-BE" sz="1400" dirty="0"/>
              <a:t>, </a:t>
            </a:r>
            <a:r>
              <a:rPr lang="nl-BE" sz="1400" dirty="0" err="1"/>
              <a:t>бел</a:t>
            </a:r>
            <a:r>
              <a:rPr lang="nl-BE" sz="1400" dirty="0"/>
              <a:t> </a:t>
            </a:r>
            <a:r>
              <a:rPr lang="nl-BE" sz="1400" dirty="0" err="1"/>
              <a:t>хьох</a:t>
            </a:r>
            <a:r>
              <a:rPr lang="nl-BE" sz="1400" dirty="0"/>
              <a:t> </a:t>
            </a:r>
            <a:r>
              <a:rPr lang="nl-BE" sz="1400" dirty="0" err="1"/>
              <a:t>нах</a:t>
            </a:r>
            <a:r>
              <a:rPr lang="nl-BE" sz="1400" dirty="0"/>
              <a:t>.</a:t>
            </a:r>
          </a:p>
          <a:p>
            <a:pPr>
              <a:buNone/>
            </a:pPr>
            <a:r>
              <a:rPr lang="nl-BE" sz="1400" dirty="0"/>
              <a:t>- </a:t>
            </a:r>
            <a:r>
              <a:rPr lang="nl-BE" sz="1400" dirty="0" err="1"/>
              <a:t>Иштта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долче</a:t>
            </a:r>
            <a:r>
              <a:rPr lang="nl-BE" sz="1400" dirty="0"/>
              <a:t>, </a:t>
            </a:r>
            <a:r>
              <a:rPr lang="nl-BE" sz="1400" dirty="0" err="1"/>
              <a:t>хьа</a:t>
            </a:r>
            <a:r>
              <a:rPr lang="nl-BE" sz="1400" dirty="0"/>
              <a:t> </a:t>
            </a:r>
            <a:r>
              <a:rPr lang="nl-BE" sz="1400" dirty="0" err="1"/>
              <a:t>духьа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а </a:t>
            </a:r>
            <a:r>
              <a:rPr lang="nl-BE" sz="1400" dirty="0" err="1"/>
              <a:t>дут</a:t>
            </a:r>
            <a:r>
              <a:rPr lang="nl-BE" sz="1400" dirty="0"/>
              <a:t> </a:t>
            </a:r>
            <a:r>
              <a:rPr lang="nl-BE" sz="1400" dirty="0" err="1"/>
              <a:t>аз</a:t>
            </a:r>
            <a:r>
              <a:rPr lang="nl-BE" sz="1400" dirty="0"/>
              <a:t>, - </a:t>
            </a:r>
            <a:r>
              <a:rPr lang="nl-BE" sz="1400" dirty="0" err="1"/>
              <a:t>аьлар</a:t>
            </a:r>
            <a:r>
              <a:rPr lang="nl-BE" sz="1400" dirty="0"/>
              <a:t> Пир1она.</a:t>
            </a:r>
          </a:p>
          <a:p>
            <a:pPr>
              <a:buNone/>
            </a:pPr>
            <a:r>
              <a:rPr lang="nl-BE" sz="1400" dirty="0"/>
              <a:t>- Х1аьта, </a:t>
            </a:r>
            <a:r>
              <a:rPr lang="nl-BE" sz="1400" dirty="0" err="1"/>
              <a:t>кхы</a:t>
            </a:r>
            <a:r>
              <a:rPr lang="nl-BE" sz="1400" dirty="0"/>
              <a:t> а </a:t>
            </a:r>
            <a:r>
              <a:rPr lang="nl-BE" sz="1400" dirty="0" err="1"/>
              <a:t>нах</a:t>
            </a:r>
            <a:r>
              <a:rPr lang="nl-BE" sz="1400" dirty="0"/>
              <a:t> </a:t>
            </a:r>
            <a:r>
              <a:rPr lang="nl-BE" sz="1400" dirty="0" err="1"/>
              <a:t>бел</a:t>
            </a:r>
            <a:r>
              <a:rPr lang="nl-BE" sz="1400" dirty="0"/>
              <a:t> </a:t>
            </a:r>
            <a:r>
              <a:rPr lang="nl-BE" sz="1400" dirty="0" err="1"/>
              <a:t>хьох</a:t>
            </a:r>
            <a:r>
              <a:rPr lang="nl-BE" sz="1400" dirty="0"/>
              <a:t>. </a:t>
            </a:r>
            <a:r>
              <a:rPr lang="nl-BE" sz="1400" dirty="0" err="1"/>
              <a:t>Наха</a:t>
            </a:r>
            <a:r>
              <a:rPr lang="nl-BE" sz="1400" dirty="0"/>
              <a:t> </a:t>
            </a:r>
            <a:r>
              <a:rPr lang="nl-BE" sz="1400" dirty="0" err="1"/>
              <a:t>йоах</a:t>
            </a:r>
            <a:r>
              <a:rPr lang="nl-BE" sz="1400" dirty="0"/>
              <a:t> </a:t>
            </a:r>
            <a:r>
              <a:rPr lang="nl-BE" sz="1400" dirty="0" err="1"/>
              <a:t>хьо</a:t>
            </a:r>
            <a:r>
              <a:rPr lang="nl-BE" sz="1400" dirty="0"/>
              <a:t> </a:t>
            </a:r>
            <a:r>
              <a:rPr lang="nl-BE" sz="1400" i="1" dirty="0"/>
              <a:t>ц1аьрмата</a:t>
            </a:r>
            <a:r>
              <a:rPr lang="nl-BE" sz="1400" dirty="0"/>
              <a:t> </a:t>
            </a:r>
            <a:r>
              <a:rPr lang="nl-BE" sz="1400" dirty="0" err="1"/>
              <a:t>ва</a:t>
            </a:r>
            <a:r>
              <a:rPr lang="nl-BE" sz="1400" dirty="0"/>
              <a:t>, </a:t>
            </a:r>
            <a:r>
              <a:rPr lang="nl-BE" sz="1400" i="1" dirty="0" err="1"/>
              <a:t>маькха</a:t>
            </a:r>
            <a:r>
              <a:rPr lang="nl-BE" sz="1400" dirty="0"/>
              <a:t> </a:t>
            </a:r>
            <a:r>
              <a:rPr lang="nl-BE" sz="1400" i="1" dirty="0" err="1"/>
              <a:t>юхкаш</a:t>
            </a:r>
            <a:r>
              <a:rPr lang="nl-BE" sz="1400" dirty="0"/>
              <a:t> д1аехкаш, </a:t>
            </a:r>
            <a:r>
              <a:rPr lang="nl-BE" sz="1400" i="1" dirty="0" err="1"/>
              <a:t>зирталгаш</a:t>
            </a:r>
            <a:r>
              <a:rPr lang="nl-BE" sz="1400" dirty="0"/>
              <a:t> </a:t>
            </a:r>
            <a:r>
              <a:rPr lang="nl-BE" sz="1400" dirty="0" err="1"/>
              <a:t>гулдеш</a:t>
            </a:r>
            <a:r>
              <a:rPr lang="nl-BE" sz="1400" dirty="0"/>
              <a:t> </a:t>
            </a:r>
            <a:r>
              <a:rPr lang="nl-BE" sz="1400" dirty="0" err="1"/>
              <a:t>ва</a:t>
            </a:r>
            <a:r>
              <a:rPr lang="nl-BE" sz="1400" dirty="0"/>
              <a:t>, </a:t>
            </a:r>
            <a:r>
              <a:rPr lang="nl-BE" sz="1400" dirty="0" err="1"/>
              <a:t>йоах</a:t>
            </a:r>
            <a:r>
              <a:rPr lang="nl-BE" sz="1400" dirty="0"/>
              <a:t> </a:t>
            </a:r>
            <a:r>
              <a:rPr lang="nl-BE" sz="1400" dirty="0" err="1"/>
              <a:t>цар</a:t>
            </a:r>
            <a:r>
              <a:rPr lang="nl-BE" sz="1400" dirty="0"/>
              <a:t>, - </a:t>
            </a:r>
            <a:r>
              <a:rPr lang="nl-BE" sz="1400" dirty="0" err="1"/>
              <a:t>аьннад</a:t>
            </a:r>
            <a:r>
              <a:rPr lang="nl-BE" sz="1400" dirty="0"/>
              <a:t> г1амсилго.</a:t>
            </a:r>
          </a:p>
          <a:p>
            <a:pPr>
              <a:buNone/>
            </a:pPr>
            <a:r>
              <a:rPr lang="nl-BE" sz="1400" dirty="0"/>
              <a:t>- Д1ахо д1айодача </a:t>
            </a:r>
            <a:r>
              <a:rPr lang="nl-BE" sz="1400" dirty="0" err="1"/>
              <a:t>хана</a:t>
            </a:r>
            <a:r>
              <a:rPr lang="nl-BE" sz="1400" dirty="0"/>
              <a:t> </a:t>
            </a:r>
            <a:r>
              <a:rPr lang="nl-BE" sz="1400" dirty="0" err="1"/>
              <a:t>из</a:t>
            </a:r>
            <a:r>
              <a:rPr lang="nl-BE" sz="1400" dirty="0"/>
              <a:t> а </a:t>
            </a:r>
            <a:r>
              <a:rPr lang="nl-BE" sz="1400" dirty="0" err="1"/>
              <a:t>кхы</a:t>
            </a:r>
            <a:r>
              <a:rPr lang="nl-BE" sz="1400" dirty="0"/>
              <a:t> </a:t>
            </a:r>
            <a:r>
              <a:rPr lang="nl-BE" sz="1400" dirty="0" err="1"/>
              <a:t>дергдоацаш</a:t>
            </a:r>
            <a:r>
              <a:rPr lang="nl-BE" sz="1400" dirty="0"/>
              <a:t> </a:t>
            </a:r>
            <a:r>
              <a:rPr lang="nl-BE" sz="1400" dirty="0" err="1"/>
              <a:t>дут</a:t>
            </a:r>
            <a:r>
              <a:rPr lang="nl-BE" sz="1400" dirty="0"/>
              <a:t> </a:t>
            </a:r>
            <a:r>
              <a:rPr lang="nl-BE" sz="1400" dirty="0" err="1"/>
              <a:t>аз</a:t>
            </a:r>
            <a:r>
              <a:rPr lang="nl-BE" sz="1400" dirty="0"/>
              <a:t>, - </a:t>
            </a:r>
            <a:r>
              <a:rPr lang="nl-BE" sz="1400" dirty="0" err="1"/>
              <a:t>жоп</a:t>
            </a:r>
            <a:r>
              <a:rPr lang="nl-BE" sz="1400" dirty="0"/>
              <a:t> </a:t>
            </a:r>
            <a:r>
              <a:rPr lang="nl-BE" sz="1400" dirty="0" err="1"/>
              <a:t>деннад</a:t>
            </a:r>
            <a:r>
              <a:rPr lang="nl-BE" sz="1400" dirty="0"/>
              <a:t> Пир1она.</a:t>
            </a:r>
          </a:p>
          <a:p>
            <a:pPr>
              <a:buNone/>
            </a:pPr>
            <a:endParaRPr lang="nl-BE" sz="1400" dirty="0"/>
          </a:p>
          <a:p>
            <a:pPr>
              <a:buNone/>
            </a:pPr>
            <a:r>
              <a:rPr lang="nl-BE" sz="1400" dirty="0" err="1"/>
              <a:t>Из</a:t>
            </a:r>
            <a:r>
              <a:rPr lang="nl-BE" sz="1400" dirty="0"/>
              <a:t> </a:t>
            </a:r>
            <a:r>
              <a:rPr lang="nl-BE" sz="1400" dirty="0" err="1"/>
              <a:t>аьнна</a:t>
            </a:r>
            <a:r>
              <a:rPr lang="nl-BE" sz="1400" dirty="0"/>
              <a:t> </a:t>
            </a:r>
            <a:r>
              <a:rPr lang="nl-BE" sz="1400" dirty="0" err="1"/>
              <a:t>воаллашехьа</a:t>
            </a:r>
            <a:r>
              <a:rPr lang="nl-BE" sz="1400" dirty="0"/>
              <a:t> х1алак а </a:t>
            </a:r>
            <a:r>
              <a:rPr lang="nl-BE" sz="1400" dirty="0" err="1"/>
              <a:t>хинна</a:t>
            </a:r>
            <a:r>
              <a:rPr lang="nl-BE" sz="1400" dirty="0"/>
              <a:t>, </a:t>
            </a:r>
            <a:r>
              <a:rPr lang="nl-BE" sz="1400" dirty="0" err="1"/>
              <a:t>вайна</a:t>
            </a:r>
            <a:r>
              <a:rPr lang="nl-BE" sz="1400" dirty="0"/>
              <a:t> д1аваьлар Пир1он.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0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4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18" dur="indefinite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26" dur="indefinite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0" dur="indefinite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2" dur="indefinite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46" dur="indefinite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4" dur="indefinite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58" dur="indefinite"/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5" presetClass="emph" presetSubtype="0" grpId="0" nodeType="click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set>
                                      <p:cBhvr override="childStyle">
                                        <p:cTn id="62" dur="indefinite"/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9167" y="221474"/>
            <a:ext cx="8593667" cy="489726"/>
          </a:xfrm>
        </p:spPr>
        <p:txBody>
          <a:bodyPr>
            <a:normAutofit/>
          </a:bodyPr>
          <a:lstStyle/>
          <a:p>
            <a:r>
              <a:rPr lang="ru-RU" sz="2400" dirty="0"/>
              <a:t>Г</a:t>
            </a:r>
            <a:r>
              <a:rPr lang="ce-Cyrl-RU" sz="2400" dirty="0"/>
              <a:t>рамматика : двойные буквы, составные слова</a:t>
            </a:r>
            <a:endParaRPr lang="nl-BE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7791449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встречаются подряд две двойные </a:t>
            </a:r>
            <a:r>
              <a:rPr lang="ce-Cyrl-RU" dirty="0">
                <a:solidFill>
                  <a:prstClr val="black"/>
                </a:solidFill>
              </a:rPr>
              <a:t>согласные </a:t>
            </a:r>
            <a:r>
              <a:rPr lang="ru-RU" dirty="0">
                <a:solidFill>
                  <a:prstClr val="black"/>
                </a:solidFill>
              </a:rPr>
              <a:t>буквы, то первая в письме сокращается: </a:t>
            </a:r>
            <a:br>
              <a:rPr lang="ru-RU" dirty="0">
                <a:solidFill>
                  <a:prstClr val="black"/>
                </a:solidFill>
              </a:rPr>
            </a:br>
            <a:r>
              <a:rPr lang="ru-RU" strike="sngStrike" dirty="0">
                <a:solidFill>
                  <a:prstClr val="black"/>
                </a:solidFill>
              </a:rPr>
              <a:t>докхкха</a:t>
            </a:r>
            <a:r>
              <a:rPr lang="ru-RU" dirty="0">
                <a:solidFill>
                  <a:prstClr val="black"/>
                </a:solidFill>
              </a:rPr>
              <a:t> - доккха, </a:t>
            </a:r>
            <a:r>
              <a:rPr lang="ru-RU" strike="sngStrike" dirty="0">
                <a:solidFill>
                  <a:prstClr val="black"/>
                </a:solidFill>
              </a:rPr>
              <a:t>цIкъа</a:t>
            </a:r>
            <a:r>
              <a:rPr lang="ru-RU" dirty="0">
                <a:solidFill>
                  <a:prstClr val="black"/>
                </a:solidFill>
              </a:rPr>
              <a:t> - цкъа, </a:t>
            </a:r>
            <a:r>
              <a:rPr lang="ru-RU" strike="sngStrike" dirty="0">
                <a:solidFill>
                  <a:prstClr val="black"/>
                </a:solidFill>
              </a:rPr>
              <a:t>тIкъ</a:t>
            </a:r>
            <a:r>
              <a:rPr lang="ce-Cyrl-RU" strike="sngStrike" dirty="0">
                <a:solidFill>
                  <a:prstClr val="black"/>
                </a:solidFill>
              </a:rPr>
              <a:t>о</a:t>
            </a:r>
            <a:r>
              <a:rPr lang="ru-RU" dirty="0">
                <a:solidFill>
                  <a:prstClr val="black"/>
                </a:solidFill>
              </a:rPr>
              <a:t> – ткъ</a:t>
            </a:r>
            <a:r>
              <a:rPr lang="ce-Cyrl-RU" dirty="0">
                <a:solidFill>
                  <a:prstClr val="black"/>
                </a:solidFill>
              </a:rPr>
              <a:t>о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Если двойные буквы принадлежат разным частям составного слова, то они не сокращаются :  юхьк1оал (лицемерие).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Гласные ю, я, яь могут передаваться как: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йу – ю, йа – я, йаь – яь</a:t>
            </a:r>
            <a:endParaRPr lang="ce-Cyrl-RU" dirty="0">
              <a:solidFill>
                <a:prstClr val="black"/>
              </a:solidFill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ce-Cyrl-RU" dirty="0">
                <a:solidFill>
                  <a:prstClr val="black"/>
                </a:solidFill>
              </a:rPr>
              <a:t>Составные слова – два слова с разными корнями, или корень с приставками и окончаниями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r>
              <a:rPr kumimoji="0" lang="ce-Cyrl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Общее правило :  если первая</a:t>
            </a:r>
            <a: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часть слова заканчивается на согласный, а вторая – на гласный, то между ними ставится Ъ – твердый знак.</a:t>
            </a:r>
            <a:br>
              <a:rPr kumimoji="0" lang="ce-Cyrl-RU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lang="ru-RU" dirty="0">
                <a:solidFill>
                  <a:prstClr val="black"/>
                </a:solidFill>
              </a:rPr>
              <a:t>хьалъолла – повесить</a:t>
            </a:r>
            <a:r>
              <a:rPr lang="ce-Cyrl-RU" dirty="0">
                <a:solidFill>
                  <a:prstClr val="black"/>
                </a:solidFill>
              </a:rPr>
              <a:t>, </a:t>
            </a:r>
            <a:r>
              <a:rPr lang="ce-Cyrl-RU" dirty="0"/>
              <a:t>чакхъяккха – закончить, шелъеннай – замерзла</a:t>
            </a:r>
            <a:endParaRPr kumimoji="0" lang="en-US" sz="18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Если </a:t>
            </a:r>
            <a:r>
              <a:rPr lang="ce-Cyrl-RU" dirty="0">
                <a:solidFill>
                  <a:prstClr val="black"/>
                </a:solidFill>
              </a:rPr>
              <a:t>при этом</a:t>
            </a:r>
            <a:r>
              <a:rPr lang="ru-RU" dirty="0">
                <a:solidFill>
                  <a:prstClr val="black"/>
                </a:solidFill>
              </a:rPr>
              <a:t> первая часть заканчивается на согласную </a:t>
            </a:r>
            <a:r>
              <a:rPr lang="ru-RU" i="1" dirty="0">
                <a:solidFill>
                  <a:prstClr val="black"/>
                </a:solidFill>
              </a:rPr>
              <a:t>г, хь, к</a:t>
            </a:r>
            <a:r>
              <a:rPr lang="ru-RU" dirty="0">
                <a:solidFill>
                  <a:prstClr val="black"/>
                </a:solidFill>
              </a:rPr>
              <a:t>, то между ними ставится Ь:</a:t>
            </a:r>
            <a:r>
              <a:rPr lang="ce-Cyrl-RU" dirty="0">
                <a:solidFill>
                  <a:prstClr val="black"/>
                </a:solidFill>
              </a:rPr>
              <a:t> </a:t>
            </a:r>
            <a:r>
              <a:rPr lang="ru-RU" dirty="0">
                <a:solidFill>
                  <a:prstClr val="black"/>
                </a:solidFill>
              </a:rPr>
              <a:t>яхьаргья – принесу, кагье – ломай, Яхьья – имя, шокьеттарг – свистящий.</a:t>
            </a:r>
          </a:p>
          <a:p>
            <a:pPr marL="285750" lvl="0" indent="-285750">
              <a:buFont typeface="Arial" panose="020B0604020202020204" pitchFamily="34" charset="0"/>
              <a:buChar char="•"/>
              <a:defRPr/>
            </a:pPr>
            <a:r>
              <a:rPr lang="ru-RU" dirty="0">
                <a:solidFill>
                  <a:prstClr val="black"/>
                </a:solidFill>
              </a:rPr>
              <a:t>Специальный случай : если первая часть составного слова оканчивается на «к», а вторая начинается с «х», то между ними надо ставить мягкий знак</a:t>
            </a:r>
            <a:r>
              <a:rPr lang="ce-Cyrl-RU" dirty="0">
                <a:solidFill>
                  <a:prstClr val="black"/>
                </a:solidFill>
              </a:rPr>
              <a:t>.</a:t>
            </a:r>
            <a:br>
              <a:rPr lang="ce-Cyrl-RU" dirty="0">
                <a:solidFill>
                  <a:prstClr val="black"/>
                </a:solidFill>
              </a:rPr>
            </a:br>
            <a:r>
              <a:rPr lang="ce-Cyrl-RU" dirty="0">
                <a:solidFill>
                  <a:prstClr val="black"/>
                </a:solidFill>
              </a:rPr>
              <a:t>Без разделительного знака “к” и “х” слились бы в букву “кх”, а с твердым знаком получилась бы буква “къ”.</a:t>
            </a:r>
            <a:endParaRPr kumimoji="0" lang="ce-Cyrl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2322</Words>
  <Application>Microsoft Office PowerPoint</Application>
  <PresentationFormat>Widescreen</PresentationFormat>
  <Paragraphs>124</Paragraphs>
  <Slides>9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Alasassy Caps</vt:lpstr>
      <vt:lpstr>Aptos</vt:lpstr>
      <vt:lpstr>Arial</vt:lpstr>
      <vt:lpstr>Gill Sans MT</vt:lpstr>
      <vt:lpstr>Gallery</vt:lpstr>
      <vt:lpstr>Опыт изучения ингушского языка</vt:lpstr>
      <vt:lpstr>Мудрые наставления наших предков</vt:lpstr>
      <vt:lpstr>Пирlон хlалакьхиларах  </vt:lpstr>
      <vt:lpstr>2. Пирlон хlалакахиларах</vt:lpstr>
      <vt:lpstr>PowerPoint Presentation</vt:lpstr>
      <vt:lpstr>PowerPoint Presentation</vt:lpstr>
      <vt:lpstr>PowerPoint Presentation</vt:lpstr>
      <vt:lpstr>Лексика</vt:lpstr>
      <vt:lpstr>Грамматика : двойные буквы, составные слова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131</cp:revision>
  <dcterms:created xsi:type="dcterms:W3CDTF">2026-06-01T18:53:02Z</dcterms:created>
  <dcterms:modified xsi:type="dcterms:W3CDTF">2026-07-04T17:47:35Z</dcterms:modified>
</cp:coreProperties>
</file>