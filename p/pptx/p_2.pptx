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1073" autoAdjust="0"/>
  </p:normalViewPr>
  <p:slideViewPr>
    <p:cSldViewPr snapToGrid="0">
      <p:cViewPr varScale="1">
        <p:scale>
          <a:sx n="87" d="100"/>
          <a:sy n="87" d="100"/>
        </p:scale>
        <p:origin x="480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Поговорка: “Пхо йоаца пед хьалбиза йиш яц” – “Бездонную бочку не наполнить”.</a:t>
            </a:r>
          </a:p>
          <a:p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- покрывается снегом.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веце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живет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настояшей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жизнью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растит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Долчох хьурмат дар – быть бережливым, похожие слова – кходар, хам бар, лорадар.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йисте</a:t>
            </a:r>
            <a:r>
              <a:rPr lang="nl-BE" dirty="0"/>
              <a:t> </a:t>
            </a:r>
            <a:r>
              <a:rPr lang="nl-BE" dirty="0" err="1"/>
              <a:t>вахе</a:t>
            </a:r>
            <a:r>
              <a:rPr lang="nl-BE" dirty="0"/>
              <a:t> а </a:t>
            </a:r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хьурмат</a:t>
            </a:r>
            <a:r>
              <a:rPr lang="nl-BE" dirty="0"/>
              <a:t> </a:t>
            </a:r>
            <a:r>
              <a:rPr lang="nl-BE" dirty="0" err="1"/>
              <a:t>де</a:t>
            </a:r>
            <a:r>
              <a:rPr lang="nl-BE" dirty="0"/>
              <a:t> (</a:t>
            </a:r>
            <a:r>
              <a:rPr lang="nl-BE" dirty="0" err="1"/>
              <a:t>кхом</a:t>
            </a:r>
            <a:r>
              <a:rPr lang="nl-BE" dirty="0"/>
              <a:t> </a:t>
            </a:r>
            <a:r>
              <a:rPr lang="nl-BE" dirty="0" err="1"/>
              <a:t>бе</a:t>
            </a:r>
            <a:r>
              <a:rPr lang="nl-BE" dirty="0"/>
              <a:t>).</a:t>
            </a:r>
            <a:r>
              <a:rPr lang="ce-Cyrl-RU" dirty="0"/>
              <a:t> - </a:t>
            </a:r>
            <a:r>
              <a:rPr lang="nl-BE" dirty="0" err="1"/>
              <a:t>Даже</a:t>
            </a:r>
            <a:r>
              <a:rPr lang="nl-BE" dirty="0"/>
              <a:t> </a:t>
            </a:r>
            <a:r>
              <a:rPr lang="nl-BE" dirty="0" err="1"/>
              <a:t>живя</a:t>
            </a:r>
            <a:r>
              <a:rPr lang="nl-BE" dirty="0"/>
              <a:t> у </a:t>
            </a:r>
            <a:r>
              <a:rPr lang="nl-BE" dirty="0" err="1"/>
              <a:t>реки</a:t>
            </a:r>
            <a:r>
              <a:rPr lang="nl-BE" dirty="0"/>
              <a:t>, </a:t>
            </a:r>
            <a:r>
              <a:rPr lang="nl-BE" dirty="0" err="1"/>
              <a:t>воду</a:t>
            </a:r>
            <a:r>
              <a:rPr lang="nl-BE" dirty="0"/>
              <a:t> </a:t>
            </a:r>
            <a:r>
              <a:rPr lang="nl-BE" dirty="0" err="1"/>
              <a:t>береги</a:t>
            </a:r>
            <a:r>
              <a:rPr lang="nl-BE" dirty="0"/>
              <a:t> (</a:t>
            </a:r>
            <a:r>
              <a:rPr lang="nl-BE" dirty="0" err="1"/>
              <a:t>цени</a:t>
            </a:r>
            <a:r>
              <a:rPr lang="nl-BE" dirty="0"/>
              <a:t>).</a:t>
            </a:r>
            <a:endParaRPr lang="ce-Cyrl-RU" dirty="0"/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Хьаошалг1а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вахача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модзаца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мара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молаш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ший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ц1аг1а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маькха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гостях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пьет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медом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хотя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хлебной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крошки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1алак а хинна – погибнув, деепричастный оборот с союзом “а”, очень распостранены в ингушском и чеченском языках, мы рассмотрим их позже.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>
                <a:effectLst/>
              </a:rPr>
              <a:t>аписание йу</a:t>
            </a:r>
            <a:r>
              <a:rPr lang="ce-Cyrl-RU" dirty="0">
                <a:effectLst/>
              </a:rPr>
              <a:t>, йа в чеченском по правилом новой орфографии обязательно.</a:t>
            </a:r>
          </a:p>
          <a:p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endParaRPr lang="ce-Cyrl-RU" dirty="0">
              <a:effectLst/>
            </a:endParaRPr>
          </a:p>
          <a:p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157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29" y="745260"/>
            <a:ext cx="905000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nl-BE" i="1" dirty="0" err="1"/>
              <a:t>Пирlон</a:t>
            </a:r>
            <a:r>
              <a:rPr lang="nl-BE" i="1" dirty="0"/>
              <a:t> </a:t>
            </a:r>
            <a:r>
              <a:rPr lang="nl-BE" i="1" dirty="0" err="1"/>
              <a:t>хlалакьхиларах</a:t>
            </a:r>
            <a:endParaRPr lang="nl-BE" dirty="0"/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/>
              <a:t>Пир1он </a:t>
            </a:r>
            <a:r>
              <a:rPr lang="nl-BE" sz="1400" dirty="0" err="1"/>
              <a:t>харцахьа</a:t>
            </a:r>
            <a:r>
              <a:rPr lang="nl-BE" sz="1400" dirty="0"/>
              <a:t> </a:t>
            </a:r>
            <a:r>
              <a:rPr lang="nl-BE" sz="1400" dirty="0" err="1"/>
              <a:t>саг</a:t>
            </a:r>
            <a:r>
              <a:rPr lang="nl-BE" sz="1400" dirty="0"/>
              <a:t> </a:t>
            </a:r>
            <a:r>
              <a:rPr lang="nl-BE" sz="1400" dirty="0" err="1"/>
              <a:t>хиннав</a:t>
            </a:r>
            <a:r>
              <a:rPr lang="nl-BE" sz="1400" dirty="0"/>
              <a:t>. </a:t>
            </a:r>
            <a:r>
              <a:rPr lang="nl-BE" sz="1400" dirty="0" err="1"/>
              <a:t>Цхьанахьа</a:t>
            </a:r>
            <a:r>
              <a:rPr lang="nl-BE" sz="1400" dirty="0"/>
              <a:t> </a:t>
            </a:r>
            <a:r>
              <a:rPr lang="nl-BE" sz="1400" dirty="0" err="1"/>
              <a:t>дуне</a:t>
            </a:r>
            <a:r>
              <a:rPr lang="nl-BE" sz="1400" dirty="0"/>
              <a:t> </a:t>
            </a:r>
            <a:r>
              <a:rPr lang="nl-BE" sz="1400" dirty="0" err="1"/>
              <a:t>йисте</a:t>
            </a:r>
            <a:r>
              <a:rPr lang="nl-BE" sz="1400" dirty="0"/>
              <a:t> </a:t>
            </a:r>
            <a:r>
              <a:rPr lang="nl-BE" sz="1400" i="1" dirty="0" err="1"/>
              <a:t>гезах</a:t>
            </a:r>
            <a:r>
              <a:rPr lang="nl-BE" sz="1400" dirty="0"/>
              <a:t> </a:t>
            </a:r>
            <a:r>
              <a:rPr lang="nl-BE" sz="1400" dirty="0" err="1"/>
              <a:t>цхьа</a:t>
            </a:r>
            <a:r>
              <a:rPr lang="nl-BE" sz="1400" dirty="0"/>
              <a:t> </a:t>
            </a:r>
            <a:r>
              <a:rPr lang="nl-BE" sz="1400" dirty="0" err="1"/>
              <a:t>сигала</a:t>
            </a:r>
            <a:r>
              <a:rPr lang="nl-BE" sz="1400" dirty="0"/>
              <a:t> </a:t>
            </a:r>
            <a:r>
              <a:rPr lang="nl-BE" sz="1400" dirty="0" err="1"/>
              <a:t>хьисапе</a:t>
            </a:r>
            <a:r>
              <a:rPr lang="nl-BE" sz="1400" dirty="0"/>
              <a:t> </a:t>
            </a:r>
            <a:r>
              <a:rPr lang="nl-BE" sz="1400" i="1" dirty="0" err="1"/>
              <a:t>кхоаленаш</a:t>
            </a:r>
            <a:r>
              <a:rPr lang="nl-BE" sz="1400" dirty="0"/>
              <a:t> </a:t>
            </a:r>
            <a:r>
              <a:rPr lang="nl-BE" sz="1400" dirty="0" err="1"/>
              <a:t>яьй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. </a:t>
            </a:r>
            <a:r>
              <a:rPr lang="nl-BE" sz="1400" dirty="0" err="1"/>
              <a:t>Царна</a:t>
            </a:r>
            <a:r>
              <a:rPr lang="nl-BE" sz="1400" dirty="0"/>
              <a:t> т1аг1олла </a:t>
            </a:r>
            <a:r>
              <a:rPr lang="nl-BE" sz="1400" i="1" dirty="0" err="1"/>
              <a:t>педаш</a:t>
            </a:r>
            <a:r>
              <a:rPr lang="nl-BE" sz="1400" dirty="0"/>
              <a:t> </a:t>
            </a:r>
            <a:r>
              <a:rPr lang="nl-BE" sz="1400" dirty="0" err="1"/>
              <a:t>хехкаш</a:t>
            </a:r>
            <a:r>
              <a:rPr lang="nl-BE" sz="1400" dirty="0"/>
              <a:t>, </a:t>
            </a:r>
            <a:r>
              <a:rPr lang="nl-BE" sz="1400" dirty="0" err="1"/>
              <a:t>таташ</a:t>
            </a:r>
            <a:r>
              <a:rPr lang="nl-BE" sz="1400" dirty="0"/>
              <a:t> </a:t>
            </a:r>
            <a:r>
              <a:rPr lang="nl-BE" sz="1400" dirty="0" err="1"/>
              <a:t>деш</a:t>
            </a:r>
            <a:r>
              <a:rPr lang="nl-BE" sz="1400" dirty="0"/>
              <a:t>, т1ера </a:t>
            </a:r>
            <a:r>
              <a:rPr lang="nl-BE" sz="1400" dirty="0" err="1"/>
              <a:t>хий</a:t>
            </a:r>
            <a:r>
              <a:rPr lang="nl-BE" sz="1400" dirty="0"/>
              <a:t> 1очумехкадеш </a:t>
            </a:r>
            <a:r>
              <a:rPr lang="nl-BE" sz="1400" dirty="0" err="1"/>
              <a:t>хиннав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Со</a:t>
            </a:r>
            <a:r>
              <a:rPr lang="nl-BE" sz="1400" dirty="0"/>
              <a:t> а </a:t>
            </a:r>
            <a:r>
              <a:rPr lang="nl-BE" sz="1400" dirty="0" err="1"/>
              <a:t>веций</a:t>
            </a:r>
            <a:r>
              <a:rPr lang="nl-BE" sz="1400" dirty="0"/>
              <a:t> </a:t>
            </a:r>
            <a:r>
              <a:rPr lang="nl-BE" sz="1400" i="1" dirty="0" err="1"/>
              <a:t>ды</a:t>
            </a:r>
            <a:r>
              <a:rPr lang="nl-BE" sz="1400" i="1" dirty="0"/>
              <a:t> </a:t>
            </a:r>
            <a:r>
              <a:rPr lang="nl-BE" sz="1400" i="1" dirty="0" err="1"/>
              <a:t>къувкъадеш</a:t>
            </a:r>
            <a:r>
              <a:rPr lang="nl-BE" sz="1400" dirty="0"/>
              <a:t>, </a:t>
            </a:r>
            <a:r>
              <a:rPr lang="nl-BE" sz="1400" i="1" dirty="0"/>
              <a:t>дог1а </a:t>
            </a:r>
            <a:r>
              <a:rPr lang="nl-BE" sz="1400" i="1" dirty="0" err="1"/>
              <a:t>делхийташ</a:t>
            </a:r>
            <a:r>
              <a:rPr lang="nl-BE" sz="1400" dirty="0"/>
              <a:t>. </a:t>
            </a:r>
            <a:r>
              <a:rPr lang="nl-BE" sz="1400" dirty="0" err="1"/>
              <a:t>Со</a:t>
            </a:r>
            <a:r>
              <a:rPr lang="nl-BE" sz="1400" dirty="0"/>
              <a:t> а </a:t>
            </a:r>
            <a:r>
              <a:rPr lang="nl-BE" sz="1400" dirty="0" err="1"/>
              <a:t>веций</a:t>
            </a:r>
            <a:r>
              <a:rPr lang="nl-BE" sz="1400" dirty="0"/>
              <a:t> </a:t>
            </a:r>
            <a:r>
              <a:rPr lang="nl-BE" sz="1400" dirty="0" err="1"/>
              <a:t>даьла</a:t>
            </a:r>
            <a:r>
              <a:rPr lang="nl-BE" sz="1400" dirty="0"/>
              <a:t>? – </a:t>
            </a:r>
            <a:r>
              <a:rPr lang="nl-BE" sz="1400" dirty="0" err="1"/>
              <a:t>оалаш</a:t>
            </a:r>
            <a:r>
              <a:rPr lang="nl-BE" sz="1400" dirty="0"/>
              <a:t> </a:t>
            </a:r>
            <a:r>
              <a:rPr lang="nl-BE" sz="1400" dirty="0" err="1"/>
              <a:t>хиннад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.</a:t>
            </a:r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 err="1"/>
              <a:t>Вахаш</a:t>
            </a:r>
            <a:r>
              <a:rPr lang="nl-BE" sz="1400" dirty="0"/>
              <a:t> </a:t>
            </a:r>
            <a:r>
              <a:rPr lang="nl-BE" sz="1400" dirty="0" err="1"/>
              <a:t>пхи</a:t>
            </a:r>
            <a:r>
              <a:rPr lang="nl-BE" sz="1400" dirty="0"/>
              <a:t> б1аь </a:t>
            </a:r>
            <a:r>
              <a:rPr lang="nl-BE" sz="1400" dirty="0" err="1"/>
              <a:t>шу</a:t>
            </a:r>
            <a:r>
              <a:rPr lang="nl-BE" sz="1400" dirty="0"/>
              <a:t> </a:t>
            </a:r>
            <a:r>
              <a:rPr lang="nl-BE" sz="1400" dirty="0" err="1"/>
              <a:t>даьккхад</a:t>
            </a:r>
            <a:r>
              <a:rPr lang="nl-BE" sz="1400" dirty="0"/>
              <a:t> Пир1она. </a:t>
            </a:r>
            <a:r>
              <a:rPr lang="nl-BE" sz="1400" dirty="0" err="1"/>
              <a:t>Харцача</a:t>
            </a:r>
            <a:r>
              <a:rPr lang="nl-BE" sz="1400" dirty="0"/>
              <a:t> х1аманна т1ехьа </a:t>
            </a: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хинна</a:t>
            </a:r>
            <a:r>
              <a:rPr lang="nl-BE" sz="1400" dirty="0"/>
              <a:t> </a:t>
            </a:r>
            <a:r>
              <a:rPr lang="nl-BE" sz="1400" dirty="0" err="1"/>
              <a:t>воллашехьа</a:t>
            </a:r>
            <a:r>
              <a:rPr lang="nl-BE" sz="1400" dirty="0"/>
              <a:t> а, </a:t>
            </a:r>
            <a:r>
              <a:rPr lang="nl-BE" sz="1400" i="1" dirty="0" err="1"/>
              <a:t>зе-зулам</a:t>
            </a:r>
            <a:r>
              <a:rPr lang="nl-BE" sz="1400" dirty="0"/>
              <a:t> </a:t>
            </a:r>
            <a:r>
              <a:rPr lang="nl-BE" sz="1400" dirty="0" err="1"/>
              <a:t>хулаш</a:t>
            </a:r>
            <a:r>
              <a:rPr lang="nl-BE" sz="1400" dirty="0"/>
              <a:t> </a:t>
            </a:r>
            <a:r>
              <a:rPr lang="nl-BE" sz="1400" dirty="0" err="1"/>
              <a:t>хиннадац</a:t>
            </a:r>
            <a:r>
              <a:rPr lang="nl-BE" sz="1400" dirty="0"/>
              <a:t> </a:t>
            </a:r>
            <a:r>
              <a:rPr lang="nl-BE" sz="1400" dirty="0" err="1"/>
              <a:t>цунна</a:t>
            </a:r>
            <a:r>
              <a:rPr lang="nl-BE" sz="1400" dirty="0"/>
              <a:t>, х1ана </a:t>
            </a:r>
            <a:r>
              <a:rPr lang="nl-BE" sz="1400" dirty="0" err="1"/>
              <a:t>аьлча</a:t>
            </a:r>
            <a:r>
              <a:rPr lang="nl-BE" sz="1400" dirty="0"/>
              <a:t>, </a:t>
            </a:r>
            <a:r>
              <a:rPr lang="nl-BE" sz="1400" dirty="0" err="1"/>
              <a:t>цох</a:t>
            </a:r>
            <a:r>
              <a:rPr lang="nl-BE" sz="1400" dirty="0"/>
              <a:t> </a:t>
            </a:r>
            <a:r>
              <a:rPr lang="nl-BE" sz="1400" dirty="0" err="1"/>
              <a:t>доаллаш</a:t>
            </a:r>
            <a:r>
              <a:rPr lang="nl-BE" sz="1400" dirty="0"/>
              <a:t> </a:t>
            </a:r>
            <a:r>
              <a:rPr lang="nl-BE" sz="1400" dirty="0" err="1"/>
              <a:t>дар</a:t>
            </a:r>
            <a:r>
              <a:rPr lang="nl-BE" sz="1400" dirty="0"/>
              <a:t> </a:t>
            </a:r>
            <a:r>
              <a:rPr lang="nl-BE" sz="1400" dirty="0" err="1"/>
              <a:t>дика</a:t>
            </a:r>
            <a:r>
              <a:rPr lang="nl-BE" sz="1400" dirty="0"/>
              <a:t> </a:t>
            </a:r>
            <a:r>
              <a:rPr lang="nl-BE" sz="1400" dirty="0" err="1"/>
              <a:t>кхо</a:t>
            </a:r>
            <a:r>
              <a:rPr lang="nl-BE" sz="1400" dirty="0"/>
              <a:t> х1ама – </a:t>
            </a:r>
            <a:r>
              <a:rPr lang="nl-BE" sz="1400" dirty="0" err="1"/>
              <a:t>боккхий</a:t>
            </a:r>
            <a:endParaRPr lang="nl-BE" sz="1400" dirty="0"/>
          </a:p>
          <a:p>
            <a:pPr>
              <a:buNone/>
            </a:pPr>
            <a:r>
              <a:rPr lang="nl-BE" sz="1400" dirty="0" err="1"/>
              <a:t>нах</a:t>
            </a:r>
            <a:r>
              <a:rPr lang="nl-BE" sz="1400" dirty="0"/>
              <a:t> </a:t>
            </a:r>
            <a:r>
              <a:rPr lang="nl-BE" sz="1400" i="1" dirty="0"/>
              <a:t>ларх1ар</a:t>
            </a:r>
            <a:r>
              <a:rPr lang="nl-BE" sz="1400" dirty="0"/>
              <a:t>, </a:t>
            </a:r>
            <a:r>
              <a:rPr lang="nl-BE" sz="1400" dirty="0" err="1"/>
              <a:t>бераш</a:t>
            </a:r>
            <a:r>
              <a:rPr lang="nl-BE" sz="1400" dirty="0"/>
              <a:t> </a:t>
            </a:r>
            <a:r>
              <a:rPr lang="nl-BE" sz="1400" i="1" dirty="0" err="1"/>
              <a:t>хьесташ</a:t>
            </a:r>
            <a:r>
              <a:rPr lang="nl-BE" sz="1400" dirty="0"/>
              <a:t> </a:t>
            </a:r>
            <a:r>
              <a:rPr lang="nl-BE" sz="1400" dirty="0" err="1"/>
              <a:t>хилар</a:t>
            </a:r>
            <a:r>
              <a:rPr lang="nl-BE" sz="1400" dirty="0"/>
              <a:t>, </a:t>
            </a:r>
            <a:r>
              <a:rPr lang="nl-BE" sz="1400" i="1" dirty="0" err="1"/>
              <a:t>ялата</a:t>
            </a:r>
            <a:r>
              <a:rPr lang="nl-BE" sz="1400" dirty="0"/>
              <a:t> а </a:t>
            </a:r>
            <a:r>
              <a:rPr lang="nl-BE" sz="1400" dirty="0" err="1"/>
              <a:t>дуача</a:t>
            </a:r>
            <a:r>
              <a:rPr lang="nl-BE" sz="1400" dirty="0"/>
              <a:t> моллаг1ча а </a:t>
            </a:r>
            <a:r>
              <a:rPr lang="nl-BE" sz="1400" i="1" dirty="0" err="1"/>
              <a:t>хьурмат</a:t>
            </a:r>
            <a:r>
              <a:rPr lang="nl-BE" sz="1400" i="1" dirty="0"/>
              <a:t> </a:t>
            </a:r>
            <a:r>
              <a:rPr lang="nl-BE" sz="1400" i="1" dirty="0" err="1"/>
              <a:t>дар</a:t>
            </a:r>
            <a:r>
              <a:rPr lang="nl-BE" sz="1400" dirty="0"/>
              <a:t>.</a:t>
            </a:r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/>
              <a:t>Пир1он </a:t>
            </a:r>
            <a:r>
              <a:rPr lang="nl-BE" sz="1400" dirty="0" err="1"/>
              <a:t>воаве</a:t>
            </a:r>
            <a:r>
              <a:rPr lang="nl-BE" sz="1400" dirty="0"/>
              <a:t> </a:t>
            </a:r>
            <a:r>
              <a:rPr lang="nl-BE" sz="1400" dirty="0" err="1"/>
              <a:t>дагадеад</a:t>
            </a:r>
            <a:r>
              <a:rPr lang="nl-BE" sz="1400" dirty="0"/>
              <a:t> </a:t>
            </a:r>
            <a:r>
              <a:rPr lang="nl-BE" sz="1400" i="1" dirty="0"/>
              <a:t>г1амсилга</a:t>
            </a:r>
            <a:r>
              <a:rPr lang="nl-BE" sz="1400" dirty="0"/>
              <a:t>. Пир1онна д1ат1а а </a:t>
            </a:r>
            <a:r>
              <a:rPr lang="nl-BE" sz="1400" dirty="0" err="1"/>
              <a:t>даха</a:t>
            </a:r>
            <a:r>
              <a:rPr lang="nl-BE" sz="1400" dirty="0"/>
              <a:t>, </a:t>
            </a:r>
            <a:r>
              <a:rPr lang="nl-BE" sz="1400" dirty="0" err="1"/>
              <a:t>аьннад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:</a:t>
            </a:r>
          </a:p>
          <a:p>
            <a:pPr>
              <a:buNone/>
            </a:pPr>
            <a:r>
              <a:rPr lang="nl-BE" sz="1400" dirty="0"/>
              <a:t>- Пир1он, </a:t>
            </a:r>
            <a:r>
              <a:rPr lang="nl-BE" sz="1400" dirty="0" err="1"/>
              <a:t>хьайха</a:t>
            </a:r>
            <a:r>
              <a:rPr lang="nl-BE" sz="1400" dirty="0"/>
              <a:t> </a:t>
            </a:r>
            <a:r>
              <a:rPr lang="nl-BE" sz="1400" dirty="0" err="1"/>
              <a:t>нах</a:t>
            </a:r>
            <a:r>
              <a:rPr lang="nl-BE" sz="1400" dirty="0"/>
              <a:t> </a:t>
            </a:r>
            <a:r>
              <a:rPr lang="nl-BE" sz="1400" dirty="0" err="1"/>
              <a:t>белаш</a:t>
            </a:r>
            <a:r>
              <a:rPr lang="nl-BE" sz="1400" dirty="0"/>
              <a:t> </a:t>
            </a:r>
            <a:r>
              <a:rPr lang="nl-BE" sz="1400" dirty="0" err="1"/>
              <a:t>болга</a:t>
            </a:r>
            <a:r>
              <a:rPr lang="nl-BE" sz="1400" dirty="0"/>
              <a:t> </a:t>
            </a:r>
            <a:r>
              <a:rPr lang="nl-BE" sz="1400" dirty="0" err="1"/>
              <a:t>хой</a:t>
            </a:r>
            <a:r>
              <a:rPr lang="nl-BE" sz="1400" dirty="0"/>
              <a:t> </a:t>
            </a:r>
            <a:r>
              <a:rPr lang="nl-BE" sz="1400" dirty="0" err="1"/>
              <a:t>хьона</a:t>
            </a:r>
            <a:r>
              <a:rPr lang="nl-BE" sz="1400" dirty="0"/>
              <a:t>?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Сох</a:t>
            </a:r>
            <a:r>
              <a:rPr lang="nl-BE" sz="1400" dirty="0"/>
              <a:t> х1ана </a:t>
            </a:r>
            <a:r>
              <a:rPr lang="nl-BE" sz="1400" dirty="0" err="1"/>
              <a:t>бел</a:t>
            </a:r>
            <a:r>
              <a:rPr lang="nl-BE" sz="1400" dirty="0"/>
              <a:t>? – </a:t>
            </a:r>
            <a:r>
              <a:rPr lang="nl-BE" sz="1400" dirty="0" err="1"/>
              <a:t>аьнна</a:t>
            </a:r>
            <a:r>
              <a:rPr lang="nl-BE" sz="1400" dirty="0"/>
              <a:t>, </a:t>
            </a:r>
            <a:r>
              <a:rPr lang="nl-BE" sz="1400" dirty="0" err="1"/>
              <a:t>хьаттад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Къабенна</a:t>
            </a:r>
            <a:r>
              <a:rPr lang="nl-BE" sz="1400" dirty="0"/>
              <a:t>, </a:t>
            </a:r>
            <a:r>
              <a:rPr lang="nl-BE" sz="1400" i="1" dirty="0" err="1"/>
              <a:t>мурбенна</a:t>
            </a:r>
            <a:r>
              <a:rPr lang="nl-BE" sz="1400" dirty="0"/>
              <a:t>, х1амана </a:t>
            </a:r>
            <a:r>
              <a:rPr lang="nl-BE" sz="1400" dirty="0" err="1"/>
              <a:t>пайданна</a:t>
            </a:r>
            <a:r>
              <a:rPr lang="nl-BE" sz="1400" dirty="0"/>
              <a:t> </a:t>
            </a:r>
            <a:r>
              <a:rPr lang="nl-BE" sz="1400" dirty="0" err="1"/>
              <a:t>боацача</a:t>
            </a:r>
            <a:r>
              <a:rPr lang="nl-BE" sz="1400" dirty="0"/>
              <a:t>, </a:t>
            </a:r>
            <a:r>
              <a:rPr lang="nl-BE" sz="1400" dirty="0" err="1"/>
              <a:t>каша</a:t>
            </a:r>
            <a:r>
              <a:rPr lang="nl-BE" sz="1400" dirty="0"/>
              <a:t> </a:t>
            </a:r>
            <a:r>
              <a:rPr lang="nl-BE" sz="1400" dirty="0" err="1"/>
              <a:t>бахка</a:t>
            </a:r>
            <a:r>
              <a:rPr lang="nl-BE" sz="1400" dirty="0"/>
              <a:t> </a:t>
            </a:r>
            <a:r>
              <a:rPr lang="nl-BE" sz="1400" dirty="0" err="1"/>
              <a:t>мара</a:t>
            </a:r>
            <a:r>
              <a:rPr lang="nl-BE" sz="1400" dirty="0"/>
              <a:t> </a:t>
            </a:r>
            <a:r>
              <a:rPr lang="nl-BE" sz="1400" dirty="0" err="1"/>
              <a:t>мегаргбоацача</a:t>
            </a:r>
            <a:r>
              <a:rPr lang="nl-BE" sz="1400" dirty="0"/>
              <a:t> </a:t>
            </a:r>
            <a:r>
              <a:rPr lang="nl-BE" sz="1400" dirty="0" err="1"/>
              <a:t>боккхийча</a:t>
            </a:r>
            <a:r>
              <a:rPr lang="nl-BE" sz="1400" dirty="0"/>
              <a:t> </a:t>
            </a:r>
            <a:r>
              <a:rPr lang="nl-BE" sz="1400" dirty="0" err="1"/>
              <a:t>наьха</a:t>
            </a:r>
            <a:r>
              <a:rPr lang="nl-BE" sz="1400" dirty="0"/>
              <a:t> 1а </a:t>
            </a:r>
            <a:r>
              <a:rPr lang="nl-BE" sz="1400" i="1" dirty="0" err="1"/>
              <a:t>сий</a:t>
            </a:r>
            <a:r>
              <a:rPr lang="nl-BE" sz="1400" i="1" dirty="0"/>
              <a:t> </a:t>
            </a:r>
            <a:r>
              <a:rPr lang="nl-BE" sz="1400" i="1" dirty="0" err="1"/>
              <a:t>дарах</a:t>
            </a:r>
            <a:r>
              <a:rPr lang="nl-BE" sz="1400" dirty="0"/>
              <a:t> </a:t>
            </a:r>
            <a:r>
              <a:rPr lang="nl-BE" sz="1400" dirty="0" err="1"/>
              <a:t>бел</a:t>
            </a:r>
            <a:r>
              <a:rPr lang="nl-BE" sz="1400" dirty="0"/>
              <a:t>, - </a:t>
            </a:r>
            <a:r>
              <a:rPr lang="nl-BE" sz="1400" dirty="0" err="1"/>
              <a:t>аьннад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Долче</a:t>
            </a:r>
            <a:r>
              <a:rPr lang="nl-BE" sz="1400" dirty="0"/>
              <a:t>, </a:t>
            </a:r>
            <a:r>
              <a:rPr lang="nl-BE" sz="1400" dirty="0" err="1"/>
              <a:t>хьа</a:t>
            </a:r>
            <a:r>
              <a:rPr lang="nl-BE" sz="1400" dirty="0"/>
              <a:t> </a:t>
            </a:r>
            <a:r>
              <a:rPr lang="nl-BE" sz="1400" dirty="0" err="1"/>
              <a:t>духьа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дитар</a:t>
            </a:r>
            <a:r>
              <a:rPr lang="nl-BE" sz="1400" dirty="0"/>
              <a:t> </a:t>
            </a:r>
            <a:r>
              <a:rPr lang="nl-BE" sz="1400" dirty="0" err="1"/>
              <a:t>аз</a:t>
            </a:r>
            <a:r>
              <a:rPr lang="nl-BE" sz="1400" dirty="0"/>
              <a:t>, - </a:t>
            </a:r>
            <a:r>
              <a:rPr lang="nl-BE" sz="1400" dirty="0" err="1"/>
              <a:t>аьннад</a:t>
            </a:r>
            <a:r>
              <a:rPr lang="nl-BE" sz="1400" dirty="0"/>
              <a:t> Пир1она.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Кхы</a:t>
            </a:r>
            <a:r>
              <a:rPr lang="nl-BE" sz="1400" dirty="0"/>
              <a:t> а </a:t>
            </a:r>
            <a:r>
              <a:rPr lang="nl-BE" sz="1400" dirty="0" err="1"/>
              <a:t>бел</a:t>
            </a:r>
            <a:r>
              <a:rPr lang="nl-BE" sz="1400" dirty="0"/>
              <a:t> </a:t>
            </a:r>
            <a:r>
              <a:rPr lang="nl-BE" sz="1400" dirty="0" err="1"/>
              <a:t>хьох</a:t>
            </a:r>
            <a:r>
              <a:rPr lang="nl-BE" sz="1400" dirty="0"/>
              <a:t> </a:t>
            </a:r>
            <a:r>
              <a:rPr lang="nl-BE" sz="1400" dirty="0" err="1"/>
              <a:t>нах</a:t>
            </a:r>
            <a:r>
              <a:rPr lang="nl-BE" sz="1400" dirty="0"/>
              <a:t>, - д1ахо </a:t>
            </a:r>
            <a:r>
              <a:rPr lang="nl-BE" sz="1400" dirty="0" err="1"/>
              <a:t>дийцад</a:t>
            </a:r>
            <a:r>
              <a:rPr lang="nl-BE" sz="1400" dirty="0"/>
              <a:t> г1амсилга, - м1адаш </a:t>
            </a:r>
            <a:r>
              <a:rPr lang="nl-BE" sz="1400" dirty="0" err="1"/>
              <a:t>даьха</a:t>
            </a:r>
            <a:r>
              <a:rPr lang="nl-BE" sz="1400" dirty="0"/>
              <a:t>, </a:t>
            </a:r>
            <a:r>
              <a:rPr lang="nl-BE" sz="1400" i="1" dirty="0" err="1"/>
              <a:t>мераж</a:t>
            </a:r>
            <a:r>
              <a:rPr lang="nl-BE" sz="1400" dirty="0"/>
              <a:t> 1оуха </a:t>
            </a:r>
            <a:r>
              <a:rPr lang="nl-BE" sz="1400" dirty="0" err="1"/>
              <a:t>бераш</a:t>
            </a:r>
            <a:r>
              <a:rPr lang="nl-BE" sz="1400" dirty="0"/>
              <a:t> </a:t>
            </a:r>
            <a:r>
              <a:rPr lang="nl-BE" sz="1400" dirty="0" err="1"/>
              <a:t>хьест</a:t>
            </a:r>
            <a:r>
              <a:rPr lang="nl-BE" sz="1400" dirty="0"/>
              <a:t> 1а, </a:t>
            </a:r>
            <a:r>
              <a:rPr lang="nl-BE" sz="1400" dirty="0" err="1"/>
              <a:t>яхаш</a:t>
            </a:r>
            <a:r>
              <a:rPr lang="nl-BE" sz="1400" dirty="0"/>
              <a:t>, </a:t>
            </a:r>
            <a:r>
              <a:rPr lang="nl-BE" sz="1400" dirty="0" err="1"/>
              <a:t>бел</a:t>
            </a:r>
            <a:r>
              <a:rPr lang="nl-BE" sz="1400" dirty="0"/>
              <a:t> </a:t>
            </a:r>
            <a:r>
              <a:rPr lang="nl-BE" sz="1400" dirty="0" err="1"/>
              <a:t>хьох</a:t>
            </a:r>
            <a:r>
              <a:rPr lang="nl-BE" sz="1400" dirty="0"/>
              <a:t> </a:t>
            </a:r>
            <a:r>
              <a:rPr lang="nl-BE" sz="1400" dirty="0" err="1"/>
              <a:t>нах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Иштта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долче</a:t>
            </a:r>
            <a:r>
              <a:rPr lang="nl-BE" sz="1400" dirty="0"/>
              <a:t>, </a:t>
            </a:r>
            <a:r>
              <a:rPr lang="nl-BE" sz="1400" dirty="0" err="1"/>
              <a:t>хьа</a:t>
            </a:r>
            <a:r>
              <a:rPr lang="nl-BE" sz="1400" dirty="0"/>
              <a:t> </a:t>
            </a:r>
            <a:r>
              <a:rPr lang="nl-BE" sz="1400" dirty="0" err="1"/>
              <a:t>духьа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а </a:t>
            </a:r>
            <a:r>
              <a:rPr lang="nl-BE" sz="1400" dirty="0" err="1"/>
              <a:t>дут</a:t>
            </a:r>
            <a:r>
              <a:rPr lang="nl-BE" sz="1400" dirty="0"/>
              <a:t> </a:t>
            </a:r>
            <a:r>
              <a:rPr lang="nl-BE" sz="1400" dirty="0" err="1"/>
              <a:t>аз</a:t>
            </a:r>
            <a:r>
              <a:rPr lang="nl-BE" sz="1400" dirty="0"/>
              <a:t>, - </a:t>
            </a:r>
            <a:r>
              <a:rPr lang="nl-BE" sz="1400" dirty="0" err="1"/>
              <a:t>аьлар</a:t>
            </a:r>
            <a:r>
              <a:rPr lang="nl-BE" sz="1400" dirty="0"/>
              <a:t> Пир1она.</a:t>
            </a:r>
          </a:p>
          <a:p>
            <a:pPr>
              <a:buNone/>
            </a:pPr>
            <a:r>
              <a:rPr lang="nl-BE" sz="1400" dirty="0"/>
              <a:t>- Х1аьта, </a:t>
            </a:r>
            <a:r>
              <a:rPr lang="nl-BE" sz="1400" dirty="0" err="1"/>
              <a:t>кхы</a:t>
            </a:r>
            <a:r>
              <a:rPr lang="nl-BE" sz="1400" dirty="0"/>
              <a:t> а </a:t>
            </a:r>
            <a:r>
              <a:rPr lang="nl-BE" sz="1400" dirty="0" err="1"/>
              <a:t>нах</a:t>
            </a:r>
            <a:r>
              <a:rPr lang="nl-BE" sz="1400" dirty="0"/>
              <a:t> </a:t>
            </a:r>
            <a:r>
              <a:rPr lang="nl-BE" sz="1400" dirty="0" err="1"/>
              <a:t>бел</a:t>
            </a:r>
            <a:r>
              <a:rPr lang="nl-BE" sz="1400" dirty="0"/>
              <a:t> </a:t>
            </a:r>
            <a:r>
              <a:rPr lang="nl-BE" sz="1400" dirty="0" err="1"/>
              <a:t>хьох</a:t>
            </a:r>
            <a:r>
              <a:rPr lang="nl-BE" sz="1400" dirty="0"/>
              <a:t>. </a:t>
            </a:r>
            <a:r>
              <a:rPr lang="nl-BE" sz="1400" dirty="0" err="1"/>
              <a:t>Наха</a:t>
            </a:r>
            <a:r>
              <a:rPr lang="nl-BE" sz="1400" dirty="0"/>
              <a:t> </a:t>
            </a:r>
            <a:r>
              <a:rPr lang="nl-BE" sz="1400" dirty="0" err="1"/>
              <a:t>йоах</a:t>
            </a:r>
            <a:r>
              <a:rPr lang="nl-BE" sz="1400" dirty="0"/>
              <a:t> </a:t>
            </a:r>
            <a:r>
              <a:rPr lang="nl-BE" sz="1400" dirty="0" err="1"/>
              <a:t>хьо</a:t>
            </a:r>
            <a:r>
              <a:rPr lang="nl-BE" sz="1400" dirty="0"/>
              <a:t> </a:t>
            </a:r>
            <a:r>
              <a:rPr lang="nl-BE" sz="1400" i="1" dirty="0"/>
              <a:t>ц1аьрмата</a:t>
            </a:r>
            <a:r>
              <a:rPr lang="nl-BE" sz="1400" dirty="0"/>
              <a:t> </a:t>
            </a:r>
            <a:r>
              <a:rPr lang="nl-BE" sz="1400" dirty="0" err="1"/>
              <a:t>ва</a:t>
            </a:r>
            <a:r>
              <a:rPr lang="nl-BE" sz="1400" dirty="0"/>
              <a:t>, </a:t>
            </a:r>
            <a:r>
              <a:rPr lang="nl-BE" sz="1400" i="1" dirty="0" err="1"/>
              <a:t>маькха</a:t>
            </a:r>
            <a:r>
              <a:rPr lang="nl-BE" sz="1400" dirty="0"/>
              <a:t> </a:t>
            </a:r>
            <a:r>
              <a:rPr lang="nl-BE" sz="1400" i="1" dirty="0" err="1"/>
              <a:t>юхкаш</a:t>
            </a:r>
            <a:r>
              <a:rPr lang="nl-BE" sz="1400" dirty="0"/>
              <a:t> д1аехкаш, </a:t>
            </a:r>
            <a:r>
              <a:rPr lang="nl-BE" sz="1400" i="1" dirty="0" err="1"/>
              <a:t>зирталгаш</a:t>
            </a:r>
            <a:r>
              <a:rPr lang="nl-BE" sz="1400" dirty="0"/>
              <a:t> </a:t>
            </a:r>
            <a:r>
              <a:rPr lang="nl-BE" sz="1400" dirty="0" err="1"/>
              <a:t>гулдеш</a:t>
            </a:r>
            <a:r>
              <a:rPr lang="nl-BE" sz="1400" dirty="0"/>
              <a:t> </a:t>
            </a:r>
            <a:r>
              <a:rPr lang="nl-BE" sz="1400" dirty="0" err="1"/>
              <a:t>ва</a:t>
            </a:r>
            <a:r>
              <a:rPr lang="nl-BE" sz="1400" dirty="0"/>
              <a:t>, </a:t>
            </a:r>
            <a:r>
              <a:rPr lang="nl-BE" sz="1400" dirty="0" err="1"/>
              <a:t>йоах</a:t>
            </a:r>
            <a:r>
              <a:rPr lang="nl-BE" sz="1400" dirty="0"/>
              <a:t> </a:t>
            </a:r>
            <a:r>
              <a:rPr lang="nl-BE" sz="1400" dirty="0" err="1"/>
              <a:t>цар</a:t>
            </a:r>
            <a:r>
              <a:rPr lang="nl-BE" sz="1400" dirty="0"/>
              <a:t>, - </a:t>
            </a:r>
            <a:r>
              <a:rPr lang="nl-BE" sz="1400" dirty="0" err="1"/>
              <a:t>аьннад</a:t>
            </a:r>
            <a:r>
              <a:rPr lang="nl-BE" sz="1400" dirty="0"/>
              <a:t> г1амсилго.</a:t>
            </a:r>
          </a:p>
          <a:p>
            <a:pPr>
              <a:buNone/>
            </a:pPr>
            <a:r>
              <a:rPr lang="nl-BE" sz="1400" dirty="0"/>
              <a:t>- Д1ахо д1айодача </a:t>
            </a:r>
            <a:r>
              <a:rPr lang="nl-BE" sz="1400" dirty="0" err="1"/>
              <a:t>хана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а </a:t>
            </a:r>
            <a:r>
              <a:rPr lang="nl-BE" sz="1400" dirty="0" err="1"/>
              <a:t>кхы</a:t>
            </a:r>
            <a:r>
              <a:rPr lang="nl-BE" sz="1400" dirty="0"/>
              <a:t> </a:t>
            </a:r>
            <a:r>
              <a:rPr lang="nl-BE" sz="1400" dirty="0" err="1"/>
              <a:t>дергдоацаш</a:t>
            </a:r>
            <a:r>
              <a:rPr lang="nl-BE" sz="1400" dirty="0"/>
              <a:t> </a:t>
            </a:r>
            <a:r>
              <a:rPr lang="nl-BE" sz="1400" dirty="0" err="1"/>
              <a:t>дут</a:t>
            </a:r>
            <a:r>
              <a:rPr lang="nl-BE" sz="1400" dirty="0"/>
              <a:t> </a:t>
            </a:r>
            <a:r>
              <a:rPr lang="nl-BE" sz="1400" dirty="0" err="1"/>
              <a:t>аз</a:t>
            </a:r>
            <a:r>
              <a:rPr lang="nl-BE" sz="1400" dirty="0"/>
              <a:t>, - </a:t>
            </a:r>
            <a:r>
              <a:rPr lang="nl-BE" sz="1400" dirty="0" err="1"/>
              <a:t>жоп</a:t>
            </a:r>
            <a:r>
              <a:rPr lang="nl-BE" sz="1400" dirty="0"/>
              <a:t> </a:t>
            </a:r>
            <a:r>
              <a:rPr lang="nl-BE" sz="1400" dirty="0" err="1"/>
              <a:t>деннад</a:t>
            </a:r>
            <a:r>
              <a:rPr lang="nl-BE" sz="1400" dirty="0"/>
              <a:t> Пир1она.</a:t>
            </a:r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аьнна</a:t>
            </a:r>
            <a:r>
              <a:rPr lang="nl-BE" sz="1400" dirty="0"/>
              <a:t> </a:t>
            </a:r>
            <a:r>
              <a:rPr lang="nl-BE" sz="1400" dirty="0" err="1"/>
              <a:t>воаллашехьа</a:t>
            </a:r>
            <a:r>
              <a:rPr lang="nl-BE" sz="1400" dirty="0"/>
              <a:t> х1алак а </a:t>
            </a:r>
            <a:r>
              <a:rPr lang="nl-BE" sz="1400" dirty="0" err="1"/>
              <a:t>хинна</a:t>
            </a:r>
            <a:r>
              <a:rPr lang="nl-BE" sz="1400" dirty="0"/>
              <a:t>, </a:t>
            </a:r>
            <a:r>
              <a:rPr lang="nl-BE" sz="1400" dirty="0" err="1"/>
              <a:t>вайна</a:t>
            </a:r>
            <a:r>
              <a:rPr lang="nl-BE" sz="1400" dirty="0"/>
              <a:t> д1аваьлар Пир1он.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8" dur="indefinite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2" dur="indefinite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77914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</a:t>
            </a:r>
            <a:r>
              <a:rPr lang="ce-Cyrl-RU" dirty="0">
                <a:solidFill>
                  <a:prstClr val="black"/>
                </a:solidFill>
              </a:rPr>
              <a:t>согласные </a:t>
            </a:r>
            <a:r>
              <a:rPr lang="ru-RU" dirty="0">
                <a:solidFill>
                  <a:prstClr val="black"/>
                </a:solidFill>
              </a:rPr>
              <a:t>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Если двойные буквы принадлежат разным частям составного слова, то они не сокращаются :  юхьк1оал (лицемерие).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 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2407</Words>
  <Application>Microsoft Office PowerPoint</Application>
  <PresentationFormat>Widescreen</PresentationFormat>
  <Paragraphs>126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130</cp:revision>
  <dcterms:created xsi:type="dcterms:W3CDTF">2026-06-01T18:53:02Z</dcterms:created>
  <dcterms:modified xsi:type="dcterms:W3CDTF">2026-06-30T20:50:16Z</dcterms:modified>
</cp:coreProperties>
</file>