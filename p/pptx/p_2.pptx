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23356" autoAdjust="0"/>
  </p:normalViewPr>
  <p:slideViewPr>
    <p:cSldViewPr snapToGrid="0">
      <p:cViewPr varScale="1">
        <p:scale>
          <a:sx n="37" d="100"/>
          <a:sy n="37" d="100"/>
        </p:scale>
        <p:origin x="4986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Поговорка: “Пхо йоаца пед хьалбиза йиш яц” – “Бездонную бочку не наполнить”.</a:t>
            </a:r>
          </a:p>
          <a:p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- покрывается снегом.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веце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живет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настояшей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жизнью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растит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Долчох хьурмат дар – быть бережливым, похожие слова – кходар, хам бар, лорадар.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йисте</a:t>
            </a:r>
            <a:r>
              <a:rPr lang="nl-BE" dirty="0"/>
              <a:t> </a:t>
            </a:r>
            <a:r>
              <a:rPr lang="nl-BE" dirty="0" err="1"/>
              <a:t>вахе</a:t>
            </a:r>
            <a:r>
              <a:rPr lang="nl-BE" dirty="0"/>
              <a:t> а </a:t>
            </a:r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хьурмат</a:t>
            </a:r>
            <a:r>
              <a:rPr lang="nl-BE" dirty="0"/>
              <a:t> </a:t>
            </a:r>
            <a:r>
              <a:rPr lang="nl-BE" dirty="0" err="1"/>
              <a:t>де</a:t>
            </a:r>
            <a:r>
              <a:rPr lang="nl-BE" dirty="0"/>
              <a:t> (</a:t>
            </a:r>
            <a:r>
              <a:rPr lang="nl-BE" dirty="0" err="1"/>
              <a:t>кхом</a:t>
            </a:r>
            <a:r>
              <a:rPr lang="nl-BE" dirty="0"/>
              <a:t> </a:t>
            </a:r>
            <a:r>
              <a:rPr lang="nl-BE" dirty="0" err="1"/>
              <a:t>бе</a:t>
            </a:r>
            <a:r>
              <a:rPr lang="nl-BE" dirty="0"/>
              <a:t>).</a:t>
            </a:r>
            <a:r>
              <a:rPr lang="ce-Cyrl-RU" dirty="0"/>
              <a:t> - </a:t>
            </a:r>
            <a:r>
              <a:rPr lang="nl-BE" dirty="0" err="1"/>
              <a:t>Даже</a:t>
            </a:r>
            <a:r>
              <a:rPr lang="nl-BE" dirty="0"/>
              <a:t> </a:t>
            </a:r>
            <a:r>
              <a:rPr lang="nl-BE" dirty="0" err="1"/>
              <a:t>живя</a:t>
            </a:r>
            <a:r>
              <a:rPr lang="nl-BE" dirty="0"/>
              <a:t> у </a:t>
            </a:r>
            <a:r>
              <a:rPr lang="nl-BE" dirty="0" err="1"/>
              <a:t>реки</a:t>
            </a:r>
            <a:r>
              <a:rPr lang="nl-BE" dirty="0"/>
              <a:t>, </a:t>
            </a:r>
            <a:r>
              <a:rPr lang="nl-BE" dirty="0" err="1"/>
              <a:t>воду</a:t>
            </a:r>
            <a:r>
              <a:rPr lang="nl-BE" dirty="0"/>
              <a:t> </a:t>
            </a:r>
            <a:r>
              <a:rPr lang="nl-BE" dirty="0" err="1"/>
              <a:t>береги</a:t>
            </a:r>
            <a:r>
              <a:rPr lang="nl-BE" dirty="0"/>
              <a:t> (</a:t>
            </a:r>
            <a:r>
              <a:rPr lang="nl-BE" dirty="0" err="1"/>
              <a:t>цени</a:t>
            </a:r>
            <a:r>
              <a:rPr lang="nl-BE" dirty="0"/>
              <a:t>).</a:t>
            </a:r>
            <a:endParaRPr lang="ce-Cyrl-RU" dirty="0"/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Хьаошалг1а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вахача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модзаца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мара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молаш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ший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ц1аг1а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маькха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гостях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пьет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медом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хотя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хлебной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крошки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1алак а хинна – погибнув, деепричастный оборот с союзом “а”, очень распостранены в ингушском и чеченском языках, мы рассмотрим их позже.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 dirty="0">
                <a:effectLst/>
              </a:rPr>
              <a:t>аписание йо, йу, йа в чеченском по правилом новой орфографии обязательно.</a:t>
            </a:r>
          </a:p>
          <a:p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endParaRPr lang="ce-Cyrl-RU">
              <a:effectLst/>
            </a:endParaRPr>
          </a:p>
          <a:p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17/06/2026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</a:t>
            </a:r>
            <a:r>
              <a:rPr lang="ce-Cyrl-RU" sz="2400" b="1" dirty="0"/>
              <a:t> </a:t>
            </a:r>
            <a:r>
              <a:rPr lang="ru-RU" sz="2400" b="1" dirty="0"/>
              <a:t>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pPr algn="ctr"/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89281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ё,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йо – ё, 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составное слово служит для противопоставления или для усиления, то между двумя словами ставится дефис</a:t>
            </a:r>
            <a:r>
              <a:rPr lang="ce-Cyrl-RU" dirty="0">
                <a:solidFill>
                  <a:prstClr val="black"/>
                </a:solidFill>
              </a:rPr>
              <a:t>: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/>
              <a:t>зе-зулам, дика-во, да-нана</a:t>
            </a:r>
            <a:br>
              <a:rPr lang="ce-Cyrl-RU" dirty="0"/>
            </a:br>
            <a:r>
              <a:rPr lang="ce-Cyrl-RU" dirty="0"/>
              <a:t>хоз-хозаг1а, ваьн-ваьннар, тайп-тайпара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Усилительные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частицы “м”, “кх”, “кха” пишутся через дефис</a:t>
            </a:r>
            <a:r>
              <a:rPr lang="ce-Cyrl-RU" dirty="0">
                <a:solidFill>
                  <a:prstClr val="black"/>
                </a:solidFill>
              </a:rPr>
              <a:t>: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Со-м вац, шо да-кх</a:t>
            </a:r>
            <a:r>
              <a:rPr lang="ce-Cyrl-RU" dirty="0">
                <a:solidFill>
                  <a:prstClr val="black"/>
                </a:solidFill>
              </a:rPr>
              <a:t>, из а ва-кха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2459</Words>
  <Application>Microsoft Office PowerPoint</Application>
  <PresentationFormat>Widescreen</PresentationFormat>
  <Paragraphs>125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123</cp:revision>
  <dcterms:created xsi:type="dcterms:W3CDTF">2026-06-01T18:53:02Z</dcterms:created>
  <dcterms:modified xsi:type="dcterms:W3CDTF">2026-06-17T21:40:11Z</dcterms:modified>
</cp:coreProperties>
</file>