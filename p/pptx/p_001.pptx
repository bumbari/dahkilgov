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1653" autoAdjust="0"/>
  </p:normalViewPr>
  <p:slideViewPr>
    <p:cSldViewPr snapToGrid="0">
      <p:cViewPr>
        <p:scale>
          <a:sx n="100" d="100"/>
          <a:sy n="100" d="100"/>
        </p:scale>
        <p:origin x="1332" y="13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красивое, глубокомысленное, часто юмористичное.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2668</Words>
  <Application>Microsoft Office PowerPoint</Application>
  <PresentationFormat>Widescreen</PresentationFormat>
  <Paragraphs>98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203</cp:revision>
  <dcterms:created xsi:type="dcterms:W3CDTF">2026-06-01T18:53:02Z</dcterms:created>
  <dcterms:modified xsi:type="dcterms:W3CDTF">2026-07-05T21:07:07Z</dcterms:modified>
</cp:coreProperties>
</file>