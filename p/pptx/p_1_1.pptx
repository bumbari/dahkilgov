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38" d="100"/>
          <a:sy n="38" d="100"/>
        </p:scale>
        <p:origin x="2371" y="77"/>
      </p:cViewPr>
      <p:guideLst/>
    </p:cSldViewPr>
  </p:slideViewPr>
  <p:outlineViewPr>
    <p:cViewPr>
      <p:scale>
        <a:sx n="33" d="100"/>
        <a:sy n="33" d="100"/>
      </p:scale>
      <p:origin x="0" y="0"/>
    </p:cViewPr>
  </p:outlineViewPr>
  <p:notesTextViewPr>
    <p:cViewPr>
      <p:scale>
        <a:sx n="150" d="100"/>
        <a:sy n="150" d="100"/>
      </p:scale>
      <p:origin x="0" y="-2189"/>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29/06/2026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a:t>
            </a:r>
            <a:br>
              <a:rPr lang="ce-Cyrl-RU" dirty="0"/>
            </a:br>
            <a:r>
              <a:rPr lang="ce-Cyrl-RU" dirty="0"/>
              <a:t>Я видел столько всего хорошего и красивого со стороны ингушей, что мне хочется отблагодарить их хотя бы тем, что я попытаюсь выучить их язык. </a:t>
            </a:r>
            <a:br>
              <a:rPr lang="ce-Cyrl-RU" dirty="0"/>
            </a:br>
            <a:r>
              <a:rPr lang="ce-Cyrl-RU" dirty="0"/>
              <a:t>Первый раз такая идея возникла у меня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a:t>
            </a:r>
            <a:br>
              <a:rPr lang="ce-Cyrl-RU" dirty="0"/>
            </a:br>
            <a:r>
              <a:rPr lang="ce-Cyrl-RU" dirty="0"/>
              <a:t>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около 15 минут. Каждое видео будет состоять из короткого вступления, затем слайд с ингушским текстом и с озвучкой (спасибо ингушам, которые помогают с озвучкой), далее планируется три коротких слайда на несколько секунд -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a:t>
            </a:r>
            <a:br>
              <a:rPr lang="ce-Cyrl-RU" dirty="0"/>
            </a:br>
            <a:r>
              <a:rPr lang="ce-Cyrl-RU" dirty="0"/>
              <a:t>Я буду излагать свой опыт изучения языка. При этом я, скорее всего, буду увлекаться, делать ошибки, могу сказать что-нибудь, что кому-то не понравится, - в свое оправдание могу сказать, что я начинаю эту работу из хороших побуждений. </a:t>
            </a:r>
            <a:br>
              <a:rPr lang="ce-Cyrl-RU" dirty="0"/>
            </a:br>
            <a:r>
              <a:rPr lang="ce-Cyrl-RU" dirty="0"/>
              <a:t>Возможно, я буду слишком увлекаться сравнением с чеченским, -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разъяснение грамматических терминов, затем сложная грамматика с временами глаголов и падежами существительных, ближе к концу – иллюстрации грамматических правил на примере текстов из притч.</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a:t>видео.</a:t>
            </a:r>
          </a:p>
          <a:p>
            <a:r>
              <a:rPr lang="ce-Cyrl-RU"/>
              <a:t>При </a:t>
            </a:r>
            <a:r>
              <a:rPr lang="ce-Cyrl-RU" dirty="0"/>
              <a:t>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 1967</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ru-RU" dirty="0"/>
              <a:t>Оздоева Э</a:t>
            </a:r>
            <a:r>
              <a:rPr lang="ce-Cyrl-RU" dirty="0"/>
              <a:t>.</a:t>
            </a:r>
            <a:r>
              <a:rPr lang="ru-RU" dirty="0"/>
              <a:t>Г</a:t>
            </a:r>
            <a:r>
              <a:rPr lang="ce-Cyrl-RU" dirty="0"/>
              <a:t>., Алиева П.М., Дудургова П.М. “Временные формы в ингушском языке”, 2018</a:t>
            </a:r>
            <a:br>
              <a:rPr lang="ce-Cyrl-RU" dirty="0"/>
            </a:br>
            <a:r>
              <a:rPr lang="ce-Cyrl-RU" dirty="0"/>
              <a:t>Аушева Э.А. “Типы склонения в ингушском языке”, 2019</a:t>
            </a:r>
            <a:br>
              <a:rPr lang="ce-Cyrl-RU" dirty="0"/>
            </a:b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dirty="0"/>
              <a:t>Ц1аг1а (пайхмар чуваьлча) – вошел в дом, местный падеж. В чеченском местный падеж это “ц1ийне”, но он не так часто употребляется, как в ингушском. В данном случае я бы перевел это на чеченский как “ц1енна пайхмар чуваьлча” – со словом “ц1а” в дательном падеже, или, то же самое в более краткой форме, “пайхмар ц1а чу ваьлча” (имен. падеж).</a:t>
            </a:r>
            <a:r>
              <a:rPr lang="ru-RU" dirty="0"/>
              <a:t> </a:t>
            </a:r>
            <a:r>
              <a:rPr lang="ce-Cyrl-RU" dirty="0"/>
              <a:t>Ингушский чаще 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p>
          <a:p>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p>
          <a:p>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p>
          <a:p>
            <a:br>
              <a:rPr lang="ce-Cyrl-RU" dirty="0"/>
            </a:br>
            <a:r>
              <a:rPr lang="ce-Cyrl-RU" dirty="0"/>
              <a:t>Ф: языки без звука “ф” в исконных словах – русский, персидский, практически все кавказские; языки без звука “п” – арабский. Интересно турецкое слово “фес” (феска, тюбетейка). В чеч. оно трансформировалось в “пес”, в инг. звук “ф” сохранился : “фазиг”.</a:t>
            </a:r>
          </a:p>
          <a:p>
            <a:br>
              <a:rPr lang="ce-Cyrl-RU" dirty="0"/>
            </a:br>
            <a:r>
              <a:rPr lang="ce-Cyrl-RU" dirty="0"/>
              <a:t>Е: г1айттаб – г1еттина; 1охайшача – охьахевшича;</a:t>
            </a:r>
          </a:p>
          <a:p>
            <a:br>
              <a:rPr lang="ce-Cyrl-RU" dirty="0"/>
            </a:br>
            <a:r>
              <a:rPr lang="ce-Cyrl-RU" dirty="0"/>
              <a:t>Ж, З: аналогичная ситуация, например, с английским – Джек, Джон, Дзорро. В заимствованных из русского словах произносится как “ж” и “з”.</a:t>
            </a:r>
            <a:br>
              <a:rPr lang="en-US" dirty="0"/>
            </a:br>
            <a:r>
              <a:rPr lang="ce-Cyrl-RU" dirty="0"/>
              <a:t>Мы вернемся к этим буквам в отдельном видео, Притча 144</a:t>
            </a:r>
          </a:p>
          <a:p>
            <a:endParaRPr lang="ce-Cyrl-RU" dirty="0">
              <a:latin typeface="Gill Sans MT" panose="020B0502020104020203" pitchFamily="34" charset="0"/>
            </a:endParaRPr>
          </a:p>
          <a:p>
            <a:r>
              <a:rPr lang="ce-Cyrl-RU" dirty="0">
                <a:latin typeface="Gill Sans MT" panose="020B0502020104020203" pitchFamily="34" charset="0"/>
              </a:rPr>
              <a:t>С, Ш, Х в аффиксальных окончаниях : нанас - наназ, берригаш – берригаж, бехкаш - бехкаж, ях – яг1, цох – цог1, сих – сиг1.</a:t>
            </a:r>
          </a:p>
          <a:p>
            <a:r>
              <a:rPr lang="ce-Cyrl-RU" dirty="0">
                <a:latin typeface="Gill Sans MT" panose="020B0502020104020203" pitchFamily="34" charset="0"/>
              </a:rPr>
              <a:t>При этом, например, “х” в слове “нах” является частью корня, поэтому произносится как “х”.</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29/06/2026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29/06/2026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29/06/2026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29/06/2026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29/06/2026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29/06/2026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29/06/2026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29/06/2026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29/06/2026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a:t>
            </a:r>
            <a:r>
              <a:rPr lang="ce-Cyrl-RU" dirty="0">
                <a:solidFill>
                  <a:prstClr val="black"/>
                </a:solidFill>
              </a:rPr>
              <a:t>“с”,</a:t>
            </a:r>
            <a:r>
              <a:rPr kumimoji="0" lang="ce-Cyrl-RU" sz="1800" b="0" i="0" u="none" strike="noStrike" kern="1200" cap="none" spc="0" normalizeH="0" baseline="0" noProof="0" dirty="0">
                <a:ln>
                  <a:noFill/>
                </a:ln>
                <a:solidFill>
                  <a:prstClr val="black"/>
                </a:solidFill>
                <a:effectLst/>
                <a:uLnTx/>
                <a:uFillTx/>
                <a:ea typeface="+mn-ea"/>
                <a:cs typeface="+mn-cs"/>
              </a:rPr>
              <a:t>“ш”,”х” в приставках</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0" u="none" strike="noStrike" kern="1200" cap="none" spc="0" normalizeH="0" baseline="0" noProof="0" dirty="0">
                <a:ln>
                  <a:noFill/>
                </a:ln>
                <a:solidFill>
                  <a:prstClr val="black"/>
                </a:solidFill>
                <a:effectLst/>
                <a:uLnTx/>
                <a:uFillTx/>
                <a:ea typeface="+mn-ea"/>
                <a:cs typeface="+mn-cs"/>
              </a:rPr>
              <a:t>на конце обычно произносится звонко, как “з”,“ж”,”г1”</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2822</Words>
  <Application>Microsoft Office PowerPoint</Application>
  <PresentationFormat>Widescreen</PresentationFormat>
  <Paragraphs>77</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146</cp:revision>
  <dcterms:created xsi:type="dcterms:W3CDTF">2026-06-01T18:53:02Z</dcterms:created>
  <dcterms:modified xsi:type="dcterms:W3CDTF">2026-06-29T22:07:14Z</dcterms:modified>
</cp:coreProperties>
</file>