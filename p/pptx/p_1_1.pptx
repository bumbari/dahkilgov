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63842" autoAdjust="0"/>
  </p:normalViewPr>
  <p:slideViewPr>
    <p:cSldViewPr snapToGrid="0">
      <p:cViewPr varScale="1">
        <p:scale>
          <a:sx n="61" d="100"/>
          <a:sy n="61" d="100"/>
        </p:scale>
        <p:origin x="1474" y="43"/>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14/06/2026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Эздел – ключевое слово, не случайно первая притча об этом.</a:t>
            </a:r>
            <a:br>
              <a:rPr lang="ce-Cyrl-RU" dirty="0"/>
            </a:b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ОЬ: хьога – хьоьга;</a:t>
            </a:r>
            <a:br>
              <a:rPr lang="ce-Cyrl-RU" dirty="0"/>
            </a:br>
            <a:r>
              <a:rPr lang="ce-Cyrl-RU" dirty="0"/>
              <a:t>УЬ: цун, цунга – цуьнан, цуьнга; уж – уьш: </a:t>
            </a:r>
            <a:br>
              <a:rPr lang="ce-Cyrl-RU" dirty="0"/>
            </a:br>
            <a:r>
              <a:rPr lang="ce-Cyrl-RU" dirty="0"/>
              <a:t>ОА: оалаш – олуш; ч1оаг1аг1 – ч1ог1ах; доалла - долла</a:t>
            </a:r>
            <a:br>
              <a:rPr lang="ce-Cyrl-RU" dirty="0"/>
            </a:br>
            <a:r>
              <a:rPr lang="ce-Cyrl-RU" dirty="0"/>
              <a:t>Е: ц1аг1а – ц1енна; г1айттаб – г1еттина; 1охайшача – охьахевшича;</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14/06/2026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14/06/2026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14/06/2026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14/06/2026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14/06/2026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14/06/2026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14/06/2026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14/06/2026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14/06/2026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14/06/2026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14/06/2026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14/06/2026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938992"/>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438400" y="221474"/>
            <a:ext cx="5043185" cy="489726"/>
          </a:xfrm>
        </p:spPr>
        <p:txBody>
          <a:bodyPr>
            <a:normAutofit fontScale="90000"/>
          </a:bodyPr>
          <a:lstStyle/>
          <a:p>
            <a:r>
              <a:rPr lang="ru-RU" dirty="0"/>
              <a:t>Г</a:t>
            </a:r>
            <a:r>
              <a:rPr lang="ce-Cyrl-RU" dirty="0"/>
              <a:t>рамматика : АЛФАВИТ</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Буквы,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a:t>
            </a:r>
            <a:r>
              <a:rPr kumimoji="0" lang="ru-RU" sz="1800" b="1" i="0" u="none" strike="noStrike" kern="1200" cap="none" spc="0" normalizeH="0" baseline="0" noProof="0" dirty="0">
                <a:ln>
                  <a:noFill/>
                </a:ln>
                <a:solidFill>
                  <a:prstClr val="black"/>
                </a:solidFill>
                <a:effectLst/>
                <a:uLnTx/>
                <a:uFillTx/>
                <a:ea typeface="+mn-ea"/>
                <a:cs typeface="+mn-cs"/>
              </a:rPr>
              <a:t>Ӏ</a:t>
            </a:r>
            <a:r>
              <a:rPr kumimoji="0" lang="ce-Cyrl-RU" sz="1800" b="0" i="0" u="none" strike="noStrike" kern="1200" cap="none" spc="0" normalizeH="0" baseline="0" noProof="0" dirty="0">
                <a:ln>
                  <a:noFill/>
                </a:ln>
                <a:solidFill>
                  <a:prstClr val="black"/>
                </a:solidFill>
                <a:effectLst/>
                <a:uLnTx/>
                <a:uFillTx/>
                <a:ea typeface="+mn-ea"/>
                <a:cs typeface="+mn-cs"/>
              </a:rPr>
              <a:t> (кирилл. палочка), на практике ее заменяют латинской </a:t>
            </a:r>
            <a:r>
              <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rPr>
              <a:t>I </a:t>
            </a:r>
            <a:r>
              <a:rPr kumimoji="0" lang="ce-Cyrl-RU" sz="1800" b="0" i="0" u="none" strike="noStrike" kern="1200" cap="none" spc="0" normalizeH="0" baseline="0" noProof="0" dirty="0">
                <a:ln>
                  <a:noFill/>
                </a:ln>
                <a:solidFill>
                  <a:prstClr val="black"/>
                </a:solidFill>
                <a:effectLst/>
                <a:uLnTx/>
                <a:uFillTx/>
                <a:ea typeface="+mn-ea"/>
                <a:cs typeface="+mn-cs"/>
              </a:rPr>
              <a:t>или цифрой </a:t>
            </a:r>
            <a:r>
              <a:rPr kumimoji="0" lang="ce-Cyrl-RU"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rPr>
              <a:t>1</a:t>
            </a:r>
            <a:r>
              <a:rPr kumimoji="0" lang="ce-Cyrl-RU" sz="1800" b="0" i="0" u="none" strike="noStrike" kern="1200" cap="none" spc="0" normalizeH="0" baseline="0" noProof="0" dirty="0">
                <a:ln>
                  <a:noFill/>
                </a:ln>
                <a:solidFill>
                  <a:prstClr val="black"/>
                </a:solidFill>
                <a:effectLst/>
                <a:uLnTx/>
                <a:uFillTx/>
                <a:ea typeface="+mn-ea"/>
                <a:cs typeface="+mn-cs"/>
              </a:rPr>
              <a:t>.</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присутствует в исконно ингушских словах: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она есть,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950</Words>
  <Application>Microsoft Office PowerPoint</Application>
  <PresentationFormat>Widescreen</PresentationFormat>
  <Paragraphs>49</Paragraphs>
  <Slides>10</Slides>
  <Notes>2</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103</cp:revision>
  <dcterms:created xsi:type="dcterms:W3CDTF">2026-06-01T18:53:02Z</dcterms:created>
  <dcterms:modified xsi:type="dcterms:W3CDTF">2026-06-14T19:23:43Z</dcterms:modified>
</cp:coreProperties>
</file>