
<file path=[Content_Types].xml><?xml version="1.0" encoding="utf-8"?>
<Types xmlns="http://schemas.openxmlformats.org/package/2006/content-types">
  <Default Extension="jpeg" ContentType="image/jpeg"/>
  <Default Extension="jpg" ContentType="image/jpeg"/>
  <Default Extension="mp3" ContentType="audio/m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ags/tag1.xml" ContentType="application/vnd.openxmlformats-officedocument.presentationml.tags+xml"/>
  <Override PartName="/ppt/tags/tag2.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sldIdLst>
    <p:sldId id="256" r:id="rId2"/>
    <p:sldId id="257" r:id="rId3"/>
    <p:sldId id="262" r:id="rId4"/>
    <p:sldId id="258" r:id="rId5"/>
    <p:sldId id="259" r:id="rId6"/>
    <p:sldId id="267" r:id="rId7"/>
    <p:sldId id="260" r:id="rId8"/>
    <p:sldId id="261" r:id="rId9"/>
    <p:sldId id="263" r:id="rId10"/>
    <p:sldId id="266" r:id="rId1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D185C242-68B7-4DC8-A407-97B28E6BAFC5}">
          <p14:sldIdLst>
            <p14:sldId id="256"/>
          </p14:sldIdLst>
        </p14:section>
        <p14:section name="book_cover" id="{FEE08EA0-157C-42D5-9554-D7F4899B98FD}">
          <p14:sldIdLst>
            <p14:sldId id="257"/>
            <p14:sldId id="262"/>
          </p14:sldIdLst>
        </p14:section>
        <p14:section name="story_name" id="{3529E971-8119-4829-BD88-A7D2789F4180}">
          <p14:sldIdLst>
            <p14:sldId id="258"/>
          </p14:sldIdLst>
        </p14:section>
        <p14:section name="Story_text_inh" id="{9FE4DF01-14C5-45CE-ACA8-0B0B0612A66C}">
          <p14:sldIdLst>
            <p14:sldId id="259"/>
          </p14:sldIdLst>
        </p14:section>
        <p14:section name="Story_text_ru" id="{EC7CF159-B613-4BB0-A71F-6A447E7D2288}">
          <p14:sldIdLst>
            <p14:sldId id="267"/>
          </p14:sldIdLst>
        </p14:section>
        <p14:section name="story_text_eng" id="{1F75236F-9138-4460-9D2C-69429F04EC38}">
          <p14:sldIdLst>
            <p14:sldId id="260"/>
          </p14:sldIdLst>
        </p14:section>
        <p14:section name="story_text_che" id="{0754FFD2-BC67-43BD-9920-805D43719411}">
          <p14:sldIdLst>
            <p14:sldId id="261"/>
            <p14:sldId id="263"/>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9933"/>
    <a:srgbClr val="CC66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89" autoAdjust="0"/>
    <p:restoredTop sz="94688" autoAdjust="0"/>
  </p:normalViewPr>
  <p:slideViewPr>
    <p:cSldViewPr snapToGrid="0">
      <p:cViewPr varScale="1">
        <p:scale>
          <a:sx n="150" d="100"/>
          <a:sy n="150" d="100"/>
        </p:scale>
        <p:origin x="630" y="132"/>
      </p:cViewPr>
      <p:guideLst/>
    </p:cSldViewPr>
  </p:slideViewPr>
  <p:outlineViewPr>
    <p:cViewPr>
      <p:scale>
        <a:sx n="33" d="100"/>
        <a:sy n="33" d="100"/>
      </p:scale>
      <p:origin x="0" y="0"/>
    </p:cViewPr>
  </p:outlineViewPr>
  <p:notesTextViewPr>
    <p:cViewPr>
      <p:scale>
        <a:sx n="3" d="2"/>
        <a:sy n="3" d="2"/>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417779" y="802298"/>
            <a:ext cx="8637073" cy="2541431"/>
          </a:xfrm>
        </p:spPr>
        <p:txBody>
          <a:bodyPr bIns="0" anchor="b">
            <a:normAutofit/>
          </a:bodyPr>
          <a:lstStyle>
            <a:lvl1pPr algn="l">
              <a:defRPr sz="6600"/>
            </a:lvl1pPr>
          </a:lstStyle>
          <a:p>
            <a:r>
              <a:rPr lang="en-US"/>
              <a:t>Click to edit Master title style</a:t>
            </a:r>
            <a:endParaRPr lang="en-US" dirty="0"/>
          </a:p>
        </p:txBody>
      </p:sp>
      <p:sp>
        <p:nvSpPr>
          <p:cNvPr id="3" name="Subtitle 2"/>
          <p:cNvSpPr>
            <a:spLocks noGrp="1"/>
          </p:cNvSpPr>
          <p:nvPr>
            <p:ph type="subTitle" idx="1"/>
          </p:nvPr>
        </p:nvSpPr>
        <p:spPr>
          <a:xfrm>
            <a:off x="2417780" y="3531204"/>
            <a:ext cx="8637072" cy="977621"/>
          </a:xfrm>
        </p:spPr>
        <p:txBody>
          <a:bodyPr tIns="91440" bIns="91440">
            <a:normAutofit/>
          </a:bodyPr>
          <a:lstStyle>
            <a:lvl1pPr marL="0" indent="0" algn="l">
              <a:buNone/>
              <a:defRPr sz="1800" b="0" cap="all" baseline="0">
                <a:solidFill>
                  <a:schemeClr val="tx1"/>
                </a:solidFill>
              </a:defRPr>
            </a:lvl1pPr>
            <a:lvl2pPr marL="457200" indent="0" algn="ctr">
              <a:buNone/>
              <a:defRPr sz="18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p:cNvSpPr>
            <a:spLocks noGrp="1"/>
          </p:cNvSpPr>
          <p:nvPr>
            <p:ph type="dt" sz="half" idx="10"/>
          </p:nvPr>
        </p:nvSpPr>
        <p:spPr/>
        <p:txBody>
          <a:bodyPr/>
          <a:lstStyle/>
          <a:p>
            <a:fld id="{9D986570-2C26-4E5F-9D28-4D18F9BAC427}" type="datetimeFigureOut">
              <a:rPr lang="nl-BE" smtClean="0"/>
              <a:t>13/06/2026</a:t>
            </a:fld>
            <a:endParaRPr lang="nl-BE"/>
          </a:p>
        </p:txBody>
      </p:sp>
      <p:sp>
        <p:nvSpPr>
          <p:cNvPr id="5" name="Footer Placeholder 4"/>
          <p:cNvSpPr>
            <a:spLocks noGrp="1"/>
          </p:cNvSpPr>
          <p:nvPr>
            <p:ph type="ftr" sz="quarter" idx="11"/>
          </p:nvPr>
        </p:nvSpPr>
        <p:spPr>
          <a:xfrm>
            <a:off x="2416500" y="329307"/>
            <a:ext cx="4973915" cy="309201"/>
          </a:xfrm>
        </p:spPr>
        <p:txBody>
          <a:bodyPr/>
          <a:lstStyle/>
          <a:p>
            <a:endParaRPr lang="nl-BE"/>
          </a:p>
        </p:txBody>
      </p:sp>
      <p:sp>
        <p:nvSpPr>
          <p:cNvPr id="6" name="Slide Number Placeholder 5"/>
          <p:cNvSpPr>
            <a:spLocks noGrp="1"/>
          </p:cNvSpPr>
          <p:nvPr>
            <p:ph type="sldNum" sz="quarter" idx="12"/>
          </p:nvPr>
        </p:nvSpPr>
        <p:spPr>
          <a:xfrm>
            <a:off x="1437664" y="798973"/>
            <a:ext cx="811019" cy="503578"/>
          </a:xfrm>
        </p:spPr>
        <p:txBody>
          <a:bodyPr/>
          <a:lstStyle/>
          <a:p>
            <a:fld id="{75E9C3EB-3209-46C0-A1BF-04B855C83966}" type="slidenum">
              <a:rPr lang="nl-BE" smtClean="0"/>
              <a:t>‹#›</a:t>
            </a:fld>
            <a:endParaRPr lang="nl-BE"/>
          </a:p>
        </p:txBody>
      </p:sp>
      <p:sp>
        <p:nvSpPr>
          <p:cNvPr id="8" name="TextBox 7">
            <a:extLst>
              <a:ext uri="{FF2B5EF4-FFF2-40B4-BE49-F238E27FC236}">
                <a16:creationId xmlns:a16="http://schemas.microsoft.com/office/drawing/2014/main" id="{1F455A86-9B17-54B9-2CE5-8916635CDC73}"/>
              </a:ext>
            </a:extLst>
          </p:cNvPr>
          <p:cNvSpPr txBox="1"/>
          <p:nvPr userDrawn="1"/>
        </p:nvSpPr>
        <p:spPr>
          <a:xfrm>
            <a:off x="419054" y="6299200"/>
            <a:ext cx="1982240" cy="276999"/>
          </a:xfrm>
          <a:prstGeom prst="rect">
            <a:avLst/>
          </a:prstGeom>
          <a:noFill/>
        </p:spPr>
        <p:txBody>
          <a:bodyPr wrap="square" rtlCol="0">
            <a:spAutoFit/>
          </a:bodyPr>
          <a:lstStyle/>
          <a:p>
            <a:pPr algn="l"/>
            <a:r>
              <a:rPr lang="en-US" sz="1200" b="1" dirty="0">
                <a:solidFill>
                  <a:srgbClr val="CC6600"/>
                </a:solidFill>
              </a:rPr>
              <a:t>@LADUGA_LADOGA</a:t>
            </a:r>
            <a:endParaRPr lang="nl-BE" sz="1200" b="1" dirty="0">
              <a:solidFill>
                <a:srgbClr val="CC6600"/>
              </a:solidFill>
            </a:endParaRPr>
          </a:p>
        </p:txBody>
      </p:sp>
      <p:sp>
        <p:nvSpPr>
          <p:cNvPr id="9" name="TextBox 8">
            <a:extLst>
              <a:ext uri="{FF2B5EF4-FFF2-40B4-BE49-F238E27FC236}">
                <a16:creationId xmlns:a16="http://schemas.microsoft.com/office/drawing/2014/main" id="{4D0D7826-67D3-570C-DC2E-EC5B60B640A7}"/>
              </a:ext>
            </a:extLst>
          </p:cNvPr>
          <p:cNvSpPr txBox="1"/>
          <p:nvPr userDrawn="1"/>
        </p:nvSpPr>
        <p:spPr>
          <a:xfrm>
            <a:off x="3832529" y="6299200"/>
            <a:ext cx="7863840" cy="307777"/>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ru-RU" sz="1400" b="1" i="0" u="none" strike="noStrike" kern="1200" cap="none" spc="0" normalizeH="0" baseline="0" noProof="0" dirty="0">
                <a:ln>
                  <a:noFill/>
                </a:ln>
                <a:solidFill>
                  <a:srgbClr val="CC6600"/>
                </a:solidFill>
                <a:effectLst/>
                <a:uLnTx/>
                <a:uFillTx/>
                <a:ea typeface="+mn-ea"/>
                <a:cs typeface="+mn-cs"/>
              </a:rPr>
              <a:t>И.А. </a:t>
            </a:r>
            <a:r>
              <a:rPr lang="ru-RU" sz="1400" b="1" kern="1200" noProof="0" dirty="0">
                <a:solidFill>
                  <a:srgbClr val="CC6600"/>
                </a:solidFill>
                <a:latin typeface="+mn-lt"/>
                <a:ea typeface="+mn-ea"/>
                <a:cs typeface="+mn-cs"/>
              </a:rPr>
              <a:t>Дахкильгов</a:t>
            </a:r>
            <a:r>
              <a:rPr kumimoji="0" lang="ru-RU" sz="1400" b="1" i="0" u="none" strike="noStrike" kern="1200" cap="none" spc="0" normalizeH="0" baseline="0" noProof="0" dirty="0">
                <a:ln>
                  <a:noFill/>
                </a:ln>
                <a:solidFill>
                  <a:srgbClr val="CC6600"/>
                </a:solidFill>
                <a:effectLst/>
                <a:uLnTx/>
                <a:uFillTx/>
                <a:ea typeface="+mn-ea"/>
                <a:cs typeface="+mn-cs"/>
              </a:rPr>
              <a:t>. Хьехаме дувцарш - поучительные рассказы-притчи.</a:t>
            </a:r>
            <a:r>
              <a:rPr kumimoji="0" lang="en-US" sz="1400" b="1" i="0" u="none" strike="noStrike" kern="1200" cap="none" spc="0" normalizeH="0" baseline="0" noProof="0" dirty="0">
                <a:ln>
                  <a:noFill/>
                </a:ln>
                <a:solidFill>
                  <a:srgbClr val="CC6600"/>
                </a:solidFill>
                <a:effectLst/>
                <a:uLnTx/>
                <a:uFillTx/>
                <a:ea typeface="+mn-ea"/>
                <a:cs typeface="+mn-cs"/>
              </a:rPr>
              <a:t> </a:t>
            </a:r>
            <a:r>
              <a:rPr kumimoji="0" lang="ru-RU" sz="1400" b="1" i="0" u="none" strike="noStrike" kern="1200" cap="none" spc="0" normalizeH="0" baseline="0" noProof="0" dirty="0">
                <a:ln>
                  <a:noFill/>
                </a:ln>
                <a:solidFill>
                  <a:srgbClr val="CC6600"/>
                </a:solidFill>
                <a:effectLst/>
                <a:uLnTx/>
                <a:uFillTx/>
                <a:ea typeface="+mn-ea"/>
                <a:cs typeface="+mn-cs"/>
              </a:rPr>
              <a:t>Из ингушского фольклора.</a:t>
            </a:r>
            <a:endParaRPr lang="nl-BE" sz="1400" b="1" dirty="0">
              <a:solidFill>
                <a:srgbClr val="CC6600"/>
              </a:solidFill>
            </a:endParaRPr>
          </a:p>
        </p:txBody>
      </p:sp>
    </p:spTree>
    <p:extLst>
      <p:ext uri="{BB962C8B-B14F-4D97-AF65-F5344CB8AC3E}">
        <p14:creationId xmlns:p14="http://schemas.microsoft.com/office/powerpoint/2010/main" val="2886729059"/>
      </p:ext>
    </p:extLst>
  </p:cSld>
  <p:clrMapOvr>
    <a:masterClrMapping/>
  </p:clrMapOvr>
  <p:transition spd="slow">
    <p:cove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Content Placeholder 2"/>
          <p:cNvSpPr>
            <a:spLocks noGrp="1"/>
          </p:cNvSpPr>
          <p:nvPr>
            <p:ph idx="1"/>
          </p:nvPr>
        </p:nvSpPr>
        <p:spPr/>
        <p:txBody>
          <a:bodyPr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D986570-2C26-4E5F-9D28-4D18F9BAC427}" type="datetimeFigureOut">
              <a:rPr lang="nl-BE" smtClean="0"/>
              <a:t>13/06/2026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75E9C3EB-3209-46C0-A1BF-04B855C83966}" type="slidenum">
              <a:rPr lang="nl-BE" smtClean="0"/>
              <a:t>‹#›</a:t>
            </a:fld>
            <a:endParaRPr lang="nl-BE"/>
          </a:p>
        </p:txBody>
      </p:sp>
      <p:sp>
        <p:nvSpPr>
          <p:cNvPr id="7" name="TextBox 6">
            <a:extLst>
              <a:ext uri="{FF2B5EF4-FFF2-40B4-BE49-F238E27FC236}">
                <a16:creationId xmlns:a16="http://schemas.microsoft.com/office/drawing/2014/main" id="{32F62EAB-314F-C75A-21DD-AB2C064388D5}"/>
              </a:ext>
            </a:extLst>
          </p:cNvPr>
          <p:cNvSpPr txBox="1"/>
          <p:nvPr userDrawn="1"/>
        </p:nvSpPr>
        <p:spPr>
          <a:xfrm>
            <a:off x="419054" y="6299200"/>
            <a:ext cx="1982240" cy="276999"/>
          </a:xfrm>
          <a:prstGeom prst="rect">
            <a:avLst/>
          </a:prstGeom>
          <a:noFill/>
        </p:spPr>
        <p:txBody>
          <a:bodyPr wrap="square" rtlCol="0">
            <a:spAutoFit/>
          </a:bodyPr>
          <a:lstStyle/>
          <a:p>
            <a:pPr algn="l"/>
            <a:r>
              <a:rPr lang="en-US" sz="1200" b="1" dirty="0">
                <a:solidFill>
                  <a:srgbClr val="CC6600"/>
                </a:solidFill>
              </a:rPr>
              <a:t>@LADUGA_LADOGA</a:t>
            </a:r>
            <a:endParaRPr lang="nl-BE" sz="1200" b="1" dirty="0">
              <a:solidFill>
                <a:srgbClr val="CC6600"/>
              </a:solidFill>
            </a:endParaRPr>
          </a:p>
        </p:txBody>
      </p:sp>
      <p:sp>
        <p:nvSpPr>
          <p:cNvPr id="8" name="TextBox 7">
            <a:extLst>
              <a:ext uri="{FF2B5EF4-FFF2-40B4-BE49-F238E27FC236}">
                <a16:creationId xmlns:a16="http://schemas.microsoft.com/office/drawing/2014/main" id="{C0EE0B99-DB1E-7DFC-9C7B-70FA11250A1B}"/>
              </a:ext>
            </a:extLst>
          </p:cNvPr>
          <p:cNvSpPr txBox="1"/>
          <p:nvPr userDrawn="1"/>
        </p:nvSpPr>
        <p:spPr>
          <a:xfrm>
            <a:off x="3832529" y="6299200"/>
            <a:ext cx="7863840" cy="307777"/>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ru-RU" sz="1400" b="1" i="0" u="none" strike="noStrike" kern="1200" cap="none" spc="0" normalizeH="0" baseline="0" noProof="0" dirty="0">
                <a:ln>
                  <a:noFill/>
                </a:ln>
                <a:solidFill>
                  <a:srgbClr val="CC6600"/>
                </a:solidFill>
                <a:effectLst/>
                <a:uLnTx/>
                <a:uFillTx/>
                <a:ea typeface="+mn-ea"/>
                <a:cs typeface="+mn-cs"/>
              </a:rPr>
              <a:t>И.А. </a:t>
            </a:r>
            <a:r>
              <a:rPr lang="ru-RU" sz="1400" b="1" kern="1200" noProof="0" dirty="0">
                <a:solidFill>
                  <a:srgbClr val="CC6600"/>
                </a:solidFill>
                <a:latin typeface="+mn-lt"/>
                <a:ea typeface="+mn-ea"/>
                <a:cs typeface="+mn-cs"/>
              </a:rPr>
              <a:t>Дахкильгов</a:t>
            </a:r>
            <a:r>
              <a:rPr kumimoji="0" lang="ru-RU" sz="1400" b="1" i="0" u="none" strike="noStrike" kern="1200" cap="none" spc="0" normalizeH="0" baseline="0" noProof="0" dirty="0">
                <a:ln>
                  <a:noFill/>
                </a:ln>
                <a:solidFill>
                  <a:srgbClr val="CC6600"/>
                </a:solidFill>
                <a:effectLst/>
                <a:uLnTx/>
                <a:uFillTx/>
                <a:ea typeface="+mn-ea"/>
                <a:cs typeface="+mn-cs"/>
              </a:rPr>
              <a:t>. Хьехаме дувцарш - поучительные рассказы-притчи.</a:t>
            </a:r>
            <a:r>
              <a:rPr kumimoji="0" lang="en-US" sz="1400" b="1" i="0" u="none" strike="noStrike" kern="1200" cap="none" spc="0" normalizeH="0" baseline="0" noProof="0" dirty="0">
                <a:ln>
                  <a:noFill/>
                </a:ln>
                <a:solidFill>
                  <a:srgbClr val="CC6600"/>
                </a:solidFill>
                <a:effectLst/>
                <a:uLnTx/>
                <a:uFillTx/>
                <a:ea typeface="+mn-ea"/>
                <a:cs typeface="+mn-cs"/>
              </a:rPr>
              <a:t> </a:t>
            </a:r>
            <a:r>
              <a:rPr kumimoji="0" lang="ru-RU" sz="1400" b="1" i="0" u="none" strike="noStrike" kern="1200" cap="none" spc="0" normalizeH="0" baseline="0" noProof="0" dirty="0">
                <a:ln>
                  <a:noFill/>
                </a:ln>
                <a:solidFill>
                  <a:srgbClr val="CC6600"/>
                </a:solidFill>
                <a:effectLst/>
                <a:uLnTx/>
                <a:uFillTx/>
                <a:ea typeface="+mn-ea"/>
                <a:cs typeface="+mn-cs"/>
              </a:rPr>
              <a:t>Из ингушского фольклора.</a:t>
            </a:r>
            <a:endParaRPr lang="nl-BE" sz="1400" b="1" dirty="0">
              <a:solidFill>
                <a:srgbClr val="CC6600"/>
              </a:solidFill>
            </a:endParaRPr>
          </a:p>
        </p:txBody>
      </p:sp>
    </p:spTree>
    <p:extLst>
      <p:ext uri="{BB962C8B-B14F-4D97-AF65-F5344CB8AC3E}">
        <p14:creationId xmlns:p14="http://schemas.microsoft.com/office/powerpoint/2010/main" val="3005231634"/>
      </p:ext>
    </p:extLst>
  </p:cSld>
  <p:clrMapOvr>
    <a:masterClrMapping/>
  </p:clrMapOvr>
  <p:transition spd="slow">
    <p:cove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454239" y="1756130"/>
            <a:ext cx="8643154" cy="1887950"/>
          </a:xfrm>
        </p:spPr>
        <p:txBody>
          <a:bodyPr anchor="b">
            <a:normAutofit/>
          </a:bodyPr>
          <a:lstStyle>
            <a:lvl1pPr algn="l">
              <a:defRPr sz="3600"/>
            </a:lvl1pPr>
          </a:lstStyle>
          <a:p>
            <a:r>
              <a:rPr lang="en-US"/>
              <a:t>Click to edit Master title style</a:t>
            </a:r>
            <a:endParaRPr lang="en-US" dirty="0"/>
          </a:p>
        </p:txBody>
      </p:sp>
      <p:sp>
        <p:nvSpPr>
          <p:cNvPr id="3" name="Text Placeholder 2"/>
          <p:cNvSpPr>
            <a:spLocks noGrp="1"/>
          </p:cNvSpPr>
          <p:nvPr>
            <p:ph type="body" idx="1"/>
          </p:nvPr>
        </p:nvSpPr>
        <p:spPr>
          <a:xfrm>
            <a:off x="1454239" y="3806195"/>
            <a:ext cx="8630446" cy="1012929"/>
          </a:xfrm>
        </p:spPr>
        <p:txBody>
          <a:bodyPr tIns="91440">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D986570-2C26-4E5F-9D28-4D18F9BAC427}" type="datetimeFigureOut">
              <a:rPr lang="nl-BE" smtClean="0"/>
              <a:t>13/06/2026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75E9C3EB-3209-46C0-A1BF-04B855C83966}" type="slidenum">
              <a:rPr lang="nl-BE" smtClean="0"/>
              <a:t>‹#›</a:t>
            </a:fld>
            <a:endParaRPr lang="nl-BE"/>
          </a:p>
        </p:txBody>
      </p:sp>
      <p:cxnSp>
        <p:nvCxnSpPr>
          <p:cNvPr id="15" name="Straight Connector 14"/>
          <p:cNvCxnSpPr/>
          <p:nvPr/>
        </p:nvCxnSpPr>
        <p:spPr>
          <a:xfrm>
            <a:off x="1454239" y="3804985"/>
            <a:ext cx="8630446"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600083104"/>
      </p:ext>
    </p:extLst>
  </p:cSld>
  <p:clrMapOvr>
    <a:masterClrMapping/>
  </p:clrMapOvr>
  <p:transition spd="slow">
    <p:cove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449217" y="804889"/>
            <a:ext cx="9605635" cy="1059305"/>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447331" y="2010878"/>
            <a:ext cx="4645152" cy="344859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13771" y="2017343"/>
            <a:ext cx="4645152" cy="344152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9D986570-2C26-4E5F-9D28-4D18F9BAC427}" type="datetimeFigureOut">
              <a:rPr lang="nl-BE" smtClean="0"/>
              <a:t>13/06/2026</a:t>
            </a:fld>
            <a:endParaRPr lang="nl-BE" dirty="0"/>
          </a:p>
        </p:txBody>
      </p:sp>
      <p:sp>
        <p:nvSpPr>
          <p:cNvPr id="6" name="Footer Placeholder 5"/>
          <p:cNvSpPr>
            <a:spLocks noGrp="1"/>
          </p:cNvSpPr>
          <p:nvPr>
            <p:ph type="ftr" sz="quarter" idx="11"/>
          </p:nvPr>
        </p:nvSpPr>
        <p:spPr/>
        <p:txBody>
          <a:bodyPr/>
          <a:lstStyle/>
          <a:p>
            <a:endParaRPr lang="nl-BE" dirty="0"/>
          </a:p>
        </p:txBody>
      </p:sp>
      <p:sp>
        <p:nvSpPr>
          <p:cNvPr id="7" name="Slide Number Placeholder 6"/>
          <p:cNvSpPr>
            <a:spLocks noGrp="1"/>
          </p:cNvSpPr>
          <p:nvPr>
            <p:ph type="sldNum" sz="quarter" idx="12"/>
          </p:nvPr>
        </p:nvSpPr>
        <p:spPr/>
        <p:txBody>
          <a:bodyPr/>
          <a:lstStyle/>
          <a:p>
            <a:fld id="{75E9C3EB-3209-46C0-A1BF-04B855C83966}" type="slidenum">
              <a:rPr lang="nl-BE" smtClean="0"/>
              <a:t>‹#›</a:t>
            </a:fld>
            <a:endParaRPr lang="nl-BE"/>
          </a:p>
        </p:txBody>
      </p:sp>
      <p:cxnSp>
        <p:nvCxnSpPr>
          <p:cNvPr id="35" name="Straight Connector 3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459756922"/>
      </p:ext>
    </p:extLst>
  </p:cSld>
  <p:clrMapOvr>
    <a:masterClrMapping/>
  </p:clrMapOvr>
  <p:transition spd="slow">
    <p:cove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447191" y="804163"/>
            <a:ext cx="9607661" cy="1056319"/>
          </a:xfrm>
        </p:spPr>
        <p:txBody>
          <a:bodyPr/>
          <a:lstStyle/>
          <a:p>
            <a:r>
              <a:rPr lang="en-US"/>
              <a:t>Click to edit Master title style</a:t>
            </a:r>
            <a:endParaRPr lang="en-US" dirty="0"/>
          </a:p>
        </p:txBody>
      </p:sp>
      <p:sp>
        <p:nvSpPr>
          <p:cNvPr id="3" name="Text Placeholder 2"/>
          <p:cNvSpPr>
            <a:spLocks noGrp="1"/>
          </p:cNvSpPr>
          <p:nvPr>
            <p:ph type="body" idx="1"/>
          </p:nvPr>
        </p:nvSpPr>
        <p:spPr>
          <a:xfrm>
            <a:off x="1447191" y="2019549"/>
            <a:ext cx="4645152" cy="801943"/>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447191" y="2824269"/>
            <a:ext cx="4645152" cy="264445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12362" y="2023003"/>
            <a:ext cx="4645152" cy="802237"/>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412362" y="2821491"/>
            <a:ext cx="4645152" cy="26373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9D986570-2C26-4E5F-9D28-4D18F9BAC427}" type="datetimeFigureOut">
              <a:rPr lang="nl-BE" smtClean="0"/>
              <a:t>13/06/2026</a:t>
            </a:fld>
            <a:endParaRPr lang="nl-BE"/>
          </a:p>
        </p:txBody>
      </p:sp>
      <p:sp>
        <p:nvSpPr>
          <p:cNvPr id="8" name="Footer Placeholder 7"/>
          <p:cNvSpPr>
            <a:spLocks noGrp="1"/>
          </p:cNvSpPr>
          <p:nvPr>
            <p:ph type="ftr" sz="quarter" idx="11"/>
          </p:nvPr>
        </p:nvSpPr>
        <p:spPr/>
        <p:txBody>
          <a:bodyPr/>
          <a:lstStyle/>
          <a:p>
            <a:endParaRPr lang="nl-BE"/>
          </a:p>
        </p:txBody>
      </p:sp>
      <p:sp>
        <p:nvSpPr>
          <p:cNvPr id="9" name="Slide Number Placeholder 8"/>
          <p:cNvSpPr>
            <a:spLocks noGrp="1"/>
          </p:cNvSpPr>
          <p:nvPr>
            <p:ph type="sldNum" sz="quarter" idx="12"/>
          </p:nvPr>
        </p:nvSpPr>
        <p:spPr/>
        <p:txBody>
          <a:bodyPr/>
          <a:lstStyle/>
          <a:p>
            <a:fld id="{75E9C3EB-3209-46C0-A1BF-04B855C83966}" type="slidenum">
              <a:rPr lang="nl-BE" smtClean="0"/>
              <a:t>‹#›</a:t>
            </a:fld>
            <a:endParaRPr lang="nl-BE"/>
          </a:p>
        </p:txBody>
      </p:sp>
      <p:cxnSp>
        <p:nvCxnSpPr>
          <p:cNvPr id="29" name="Straight Connector 28"/>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422309565"/>
      </p:ext>
    </p:extLst>
  </p:cSld>
  <p:clrMapOvr>
    <a:masterClrMapping/>
  </p:clrMapOvr>
  <p:transition spd="slow">
    <p:cove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9D986570-2C26-4E5F-9D28-4D18F9BAC427}" type="datetimeFigureOut">
              <a:rPr lang="nl-BE" smtClean="0"/>
              <a:t>13/06/2026</a:t>
            </a:fld>
            <a:endParaRPr lang="nl-BE"/>
          </a:p>
        </p:txBody>
      </p:sp>
      <p:sp>
        <p:nvSpPr>
          <p:cNvPr id="4" name="Footer Placeholder 3"/>
          <p:cNvSpPr>
            <a:spLocks noGrp="1"/>
          </p:cNvSpPr>
          <p:nvPr>
            <p:ph type="ftr" sz="quarter" idx="11"/>
          </p:nvPr>
        </p:nvSpPr>
        <p:spPr/>
        <p:txBody>
          <a:bodyPr/>
          <a:lstStyle/>
          <a:p>
            <a:endParaRPr lang="nl-BE"/>
          </a:p>
        </p:txBody>
      </p:sp>
      <p:sp>
        <p:nvSpPr>
          <p:cNvPr id="5" name="Slide Number Placeholder 4"/>
          <p:cNvSpPr>
            <a:spLocks noGrp="1"/>
          </p:cNvSpPr>
          <p:nvPr>
            <p:ph type="sldNum" sz="quarter" idx="12"/>
          </p:nvPr>
        </p:nvSpPr>
        <p:spPr/>
        <p:txBody>
          <a:bodyPr/>
          <a:lstStyle/>
          <a:p>
            <a:fld id="{75E9C3EB-3209-46C0-A1BF-04B855C83966}" type="slidenum">
              <a:rPr lang="nl-BE" smtClean="0"/>
              <a:t>‹#›</a:t>
            </a:fld>
            <a:endParaRPr lang="nl-BE"/>
          </a:p>
        </p:txBody>
      </p:sp>
      <p:cxnSp>
        <p:nvCxnSpPr>
          <p:cNvPr id="25" name="Straight Connector 2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457941629"/>
      </p:ext>
    </p:extLst>
  </p:cSld>
  <p:clrMapOvr>
    <a:masterClrMapping/>
  </p:clrMapOvr>
  <p:transition spd="slow">
    <p:cove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D986570-2C26-4E5F-9D28-4D18F9BAC427}" type="datetimeFigureOut">
              <a:rPr lang="nl-BE" smtClean="0"/>
              <a:t>13/06/2026</a:t>
            </a:fld>
            <a:endParaRPr lang="nl-BE"/>
          </a:p>
        </p:txBody>
      </p:sp>
      <p:sp>
        <p:nvSpPr>
          <p:cNvPr id="3" name="Footer Placeholder 2"/>
          <p:cNvSpPr>
            <a:spLocks noGrp="1"/>
          </p:cNvSpPr>
          <p:nvPr>
            <p:ph type="ftr" sz="quarter" idx="11"/>
          </p:nvPr>
        </p:nvSpPr>
        <p:spPr/>
        <p:txBody>
          <a:bodyPr/>
          <a:lstStyle/>
          <a:p>
            <a:endParaRPr lang="nl-BE"/>
          </a:p>
        </p:txBody>
      </p:sp>
      <p:sp>
        <p:nvSpPr>
          <p:cNvPr id="4" name="Slide Number Placeholder 3"/>
          <p:cNvSpPr>
            <a:spLocks noGrp="1"/>
          </p:cNvSpPr>
          <p:nvPr>
            <p:ph type="sldNum" sz="quarter" idx="12"/>
          </p:nvPr>
        </p:nvSpPr>
        <p:spPr/>
        <p:txBody>
          <a:bodyPr/>
          <a:lstStyle/>
          <a:p>
            <a:fld id="{75E9C3EB-3209-46C0-A1BF-04B855C83966}" type="slidenum">
              <a:rPr lang="nl-BE" smtClean="0"/>
              <a:t>‹#›</a:t>
            </a:fld>
            <a:endParaRPr lang="nl-BE"/>
          </a:p>
        </p:txBody>
      </p:sp>
    </p:spTree>
    <p:extLst>
      <p:ext uri="{BB962C8B-B14F-4D97-AF65-F5344CB8AC3E}">
        <p14:creationId xmlns:p14="http://schemas.microsoft.com/office/powerpoint/2010/main" val="3747484124"/>
      </p:ext>
    </p:extLst>
  </p:cSld>
  <p:clrMapOvr>
    <a:masterClrMapping/>
  </p:clrMapOvr>
  <p:transition spd="slow">
    <p:cove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4671" y="798973"/>
            <a:ext cx="3273099" cy="2247117"/>
          </a:xfrm>
        </p:spPr>
        <p:txBody>
          <a:bodyPr anchor="b">
            <a:normAutofit/>
          </a:bodyPr>
          <a:lstStyle>
            <a:lvl1pPr algn="l">
              <a:defRPr sz="2400"/>
            </a:lvl1pPr>
          </a:lstStyle>
          <a:p>
            <a:r>
              <a:rPr lang="en-US"/>
              <a:t>Click to edit Master title style</a:t>
            </a:r>
            <a:endParaRPr lang="en-US" dirty="0"/>
          </a:p>
        </p:txBody>
      </p:sp>
      <p:sp>
        <p:nvSpPr>
          <p:cNvPr id="3" name="Content Placeholder 2"/>
          <p:cNvSpPr>
            <a:spLocks noGrp="1"/>
          </p:cNvSpPr>
          <p:nvPr>
            <p:ph idx="1"/>
          </p:nvPr>
        </p:nvSpPr>
        <p:spPr>
          <a:xfrm>
            <a:off x="5043714" y="798974"/>
            <a:ext cx="6012470" cy="4658826"/>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444671" y="3205491"/>
            <a:ext cx="3275013" cy="2248181"/>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D986570-2C26-4E5F-9D28-4D18F9BAC427}" type="datetimeFigureOut">
              <a:rPr lang="nl-BE" smtClean="0"/>
              <a:t>13/06/2026</a:t>
            </a:fld>
            <a:endParaRPr lang="nl-BE"/>
          </a:p>
        </p:txBody>
      </p:sp>
      <p:sp>
        <p:nvSpPr>
          <p:cNvPr id="6" name="Footer Placeholder 5"/>
          <p:cNvSpPr>
            <a:spLocks noGrp="1"/>
          </p:cNvSpPr>
          <p:nvPr>
            <p:ph type="ftr" sz="quarter" idx="11"/>
          </p:nvPr>
        </p:nvSpPr>
        <p:spPr/>
        <p:txBody>
          <a:bodyPr/>
          <a:lstStyle/>
          <a:p>
            <a:endParaRPr lang="nl-BE"/>
          </a:p>
        </p:txBody>
      </p:sp>
      <p:sp>
        <p:nvSpPr>
          <p:cNvPr id="7" name="Slide Number Placeholder 6"/>
          <p:cNvSpPr>
            <a:spLocks noGrp="1"/>
          </p:cNvSpPr>
          <p:nvPr>
            <p:ph type="sldNum" sz="quarter" idx="12"/>
          </p:nvPr>
        </p:nvSpPr>
        <p:spPr/>
        <p:txBody>
          <a:bodyPr/>
          <a:lstStyle/>
          <a:p>
            <a:fld id="{75E9C3EB-3209-46C0-A1BF-04B855C83966}" type="slidenum">
              <a:rPr lang="nl-BE" smtClean="0"/>
              <a:t>‹#›</a:t>
            </a:fld>
            <a:endParaRPr lang="nl-BE"/>
          </a:p>
        </p:txBody>
      </p:sp>
      <p:cxnSp>
        <p:nvCxnSpPr>
          <p:cNvPr id="17" name="Straight Connector 16"/>
          <p:cNvCxnSpPr/>
          <p:nvPr/>
        </p:nvCxnSpPr>
        <p:spPr>
          <a:xfrm>
            <a:off x="1448280" y="3205491"/>
            <a:ext cx="3269490"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848654808"/>
      </p:ext>
    </p:extLst>
  </p:cSld>
  <p:clrMapOvr>
    <a:masterClrMapping/>
  </p:clrMapOvr>
  <p:transition spd="slow">
    <p:cove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grpSp>
        <p:nvGrpSpPr>
          <p:cNvPr id="8" name="Group 7"/>
          <p:cNvGrpSpPr/>
          <p:nvPr/>
        </p:nvGrpSpPr>
        <p:grpSpPr>
          <a:xfrm>
            <a:off x="7477387" y="482170"/>
            <a:ext cx="4074533" cy="5149101"/>
            <a:chOff x="7477387" y="482170"/>
            <a:chExt cx="4074533" cy="5149101"/>
          </a:xfrm>
        </p:grpSpPr>
        <p:sp>
          <p:nvSpPr>
            <p:cNvPr id="18" name="Rectangle 17"/>
            <p:cNvSpPr/>
            <p:nvPr/>
          </p:nvSpPr>
          <p:spPr bwMode="black">
            <a:xfrm>
              <a:off x="7477387" y="482170"/>
              <a:ext cx="4074533" cy="5149101"/>
            </a:xfrm>
            <a:prstGeom prst="rect">
              <a:avLst/>
            </a:prstGeom>
            <a:gradFill>
              <a:gsLst>
                <a:gs pos="0">
                  <a:srgbClr val="000001"/>
                </a:gs>
                <a:gs pos="100000">
                  <a:srgbClr val="191919"/>
                </a:gs>
              </a:gsLst>
            </a:gradFill>
            <a:ln w="76200" cmpd="sng">
              <a:noFill/>
              <a:miter lim="800000"/>
            </a:ln>
            <a:effectLst>
              <a:outerShdw blurRad="127000" dist="228600" dir="4740000" sx="98000" sy="98000" algn="tl" rotWithShape="0">
                <a:srgbClr val="000000">
                  <a:alpha val="34000"/>
                </a:srgbClr>
              </a:outerShdw>
            </a:effectLst>
            <a:scene3d>
              <a:camera prst="orthographicFront"/>
              <a:lightRig rig="threePt" dir="t"/>
            </a:scene3d>
            <a:sp3d>
              <a:bevelT w="152400" h="50800" prst="softRound"/>
            </a:sp3d>
          </p:spPr>
          <p:style>
            <a:lnRef idx="1">
              <a:schemeClr val="accent1"/>
            </a:lnRef>
            <a:fillRef idx="3">
              <a:schemeClr val="accent1"/>
            </a:fillRef>
            <a:effectRef idx="2">
              <a:schemeClr val="accent1"/>
            </a:effectRef>
            <a:fontRef idx="minor">
              <a:schemeClr val="lt1"/>
            </a:fontRef>
          </p:style>
        </p:sp>
        <p:sp>
          <p:nvSpPr>
            <p:cNvPr id="19" name="Rectangle 18"/>
            <p:cNvSpPr/>
            <p:nvPr/>
          </p:nvSpPr>
          <p:spPr bwMode="blackWhite">
            <a:xfrm>
              <a:off x="7790446" y="812506"/>
              <a:ext cx="3450289" cy="4466452"/>
            </a:xfrm>
            <a:prstGeom prst="rect">
              <a:avLst/>
            </a:prstGeom>
            <a:gradFill>
              <a:gsLst>
                <a:gs pos="0">
                  <a:srgbClr val="DADADA"/>
                </a:gs>
                <a:gs pos="100000">
                  <a:srgbClr val="FFFFFE"/>
                </a:gs>
              </a:gsLst>
              <a:lin ang="16200000" scaled="0"/>
            </a:gradFill>
            <a:ln w="50800" cmpd="sng">
              <a:solidFill>
                <a:srgbClr val="191919"/>
              </a:solidFill>
              <a:miter lim="800000"/>
            </a:ln>
            <a:effectLst>
              <a:innerShdw blurRad="63500" dist="88900" dir="14100000">
                <a:srgbClr val="000000">
                  <a:alpha val="30000"/>
                </a:srgbClr>
              </a:innerShdw>
            </a:effectLst>
            <a:scene3d>
              <a:camera prst="orthographicFront"/>
              <a:lightRig rig="threePt" dir="t"/>
            </a:scene3d>
            <a:sp3d>
              <a:bevelT prst="relaxedInset"/>
            </a:sp3d>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title"/>
          </p:nvPr>
        </p:nvSpPr>
        <p:spPr>
          <a:xfrm>
            <a:off x="1451206" y="1129513"/>
            <a:ext cx="5532328" cy="1830584"/>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8124389" y="1122542"/>
            <a:ext cx="2791171" cy="3866327"/>
          </a:xfrm>
          <a:solidFill>
            <a:schemeClr val="bg1">
              <a:lumMod val="85000"/>
            </a:schemeClr>
          </a:solidFill>
          <a:ln w="9525" cap="sq">
            <a:noFill/>
            <a:miter lim="800000"/>
          </a:ln>
          <a:effectLst/>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450329" y="3145992"/>
            <a:ext cx="5524404" cy="2003742"/>
          </a:xfrm>
        </p:spPr>
        <p:txBody>
          <a:bodyPr>
            <a:normAutofit/>
          </a:bodyPr>
          <a:lstStyle>
            <a:lvl1pPr marL="0" indent="0" algn="l">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1447382" y="5469856"/>
            <a:ext cx="5527351" cy="320123"/>
          </a:xfrm>
        </p:spPr>
        <p:txBody>
          <a:bodyPr/>
          <a:lstStyle>
            <a:lvl1pPr algn="l">
              <a:defRPr/>
            </a:lvl1pPr>
          </a:lstStyle>
          <a:p>
            <a:fld id="{9D986570-2C26-4E5F-9D28-4D18F9BAC427}" type="datetimeFigureOut">
              <a:rPr lang="nl-BE" smtClean="0"/>
              <a:t>13/06/2026</a:t>
            </a:fld>
            <a:endParaRPr lang="nl-BE"/>
          </a:p>
        </p:txBody>
      </p:sp>
      <p:sp>
        <p:nvSpPr>
          <p:cNvPr id="6" name="Footer Placeholder 5"/>
          <p:cNvSpPr>
            <a:spLocks noGrp="1"/>
          </p:cNvSpPr>
          <p:nvPr>
            <p:ph type="ftr" sz="quarter" idx="11"/>
          </p:nvPr>
        </p:nvSpPr>
        <p:spPr>
          <a:xfrm>
            <a:off x="1447382" y="318640"/>
            <a:ext cx="5541004" cy="320931"/>
          </a:xfrm>
        </p:spPr>
        <p:txBody>
          <a:bodyPr/>
          <a:lstStyle/>
          <a:p>
            <a:endParaRPr lang="nl-BE"/>
          </a:p>
        </p:txBody>
      </p:sp>
      <p:sp>
        <p:nvSpPr>
          <p:cNvPr id="7" name="Slide Number Placeholder 6"/>
          <p:cNvSpPr>
            <a:spLocks noGrp="1"/>
          </p:cNvSpPr>
          <p:nvPr>
            <p:ph type="sldNum" sz="quarter" idx="12"/>
          </p:nvPr>
        </p:nvSpPr>
        <p:spPr/>
        <p:txBody>
          <a:bodyPr/>
          <a:lstStyle/>
          <a:p>
            <a:fld id="{75E9C3EB-3209-46C0-A1BF-04B855C83966}" type="slidenum">
              <a:rPr lang="nl-BE" smtClean="0"/>
              <a:t>‹#›</a:t>
            </a:fld>
            <a:endParaRPr lang="nl-BE"/>
          </a:p>
        </p:txBody>
      </p:sp>
      <p:cxnSp>
        <p:nvCxnSpPr>
          <p:cNvPr id="31" name="Straight Connector 30"/>
          <p:cNvCxnSpPr/>
          <p:nvPr/>
        </p:nvCxnSpPr>
        <p:spPr>
          <a:xfrm>
            <a:off x="1447382" y="3143605"/>
            <a:ext cx="5527351"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171820353"/>
      </p:ext>
    </p:extLst>
  </p:cSld>
  <p:clrMapOvr>
    <a:masterClrMapping/>
  </p:clrMapOvr>
  <p:transition spd="slow">
    <p:cove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D986570-2C26-4E5F-9D28-4D18F9BAC427}" type="datetimeFigureOut">
              <a:rPr lang="nl-BE" smtClean="0"/>
              <a:t>13/06/2026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75E9C3EB-3209-46C0-A1BF-04B855C83966}" type="slidenum">
              <a:rPr lang="nl-BE" smtClean="0"/>
              <a:t>‹#›</a:t>
            </a:fld>
            <a:endParaRPr lang="nl-BE"/>
          </a:p>
        </p:txBody>
      </p:sp>
      <p:cxnSp>
        <p:nvCxnSpPr>
          <p:cNvPr id="26" name="Straight Connector 25"/>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5799009"/>
      </p:ext>
    </p:extLst>
  </p:cSld>
  <p:clrMapOvr>
    <a:masterClrMapping/>
  </p:clrMapOvr>
  <p:transition spd="slow">
    <p:cove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439111" y="798973"/>
            <a:ext cx="1615742" cy="4659889"/>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1444672" y="798973"/>
            <a:ext cx="7828830" cy="465988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D986570-2C26-4E5F-9D28-4D18F9BAC427}" type="datetimeFigureOut">
              <a:rPr lang="nl-BE" smtClean="0"/>
              <a:t>13/06/2026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75E9C3EB-3209-46C0-A1BF-04B855C83966}" type="slidenum">
              <a:rPr lang="nl-BE" smtClean="0"/>
              <a:t>‹#›</a:t>
            </a:fld>
            <a:endParaRPr lang="nl-BE"/>
          </a:p>
        </p:txBody>
      </p:sp>
      <p:cxnSp>
        <p:nvCxnSpPr>
          <p:cNvPr id="15" name="Straight Connector 14"/>
          <p:cNvCxnSpPr/>
          <p:nvPr/>
        </p:nvCxnSpPr>
        <p:spPr>
          <a:xfrm>
            <a:off x="9439111" y="798973"/>
            <a:ext cx="0" cy="4659889"/>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736273344"/>
      </p:ext>
    </p:extLst>
  </p:cSld>
  <p:clrMapOvr>
    <a:masterClrMapping/>
  </p:clrMapOvr>
  <p:transition spd="slow">
    <p:cover/>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0">
              <a:schemeClr val="bg2">
                <a:tint val="94000"/>
                <a:satMod val="80000"/>
                <a:lumMod val="94000"/>
                <a:lumOff val="6000"/>
              </a:schemeClr>
            </a:gs>
            <a:gs pos="100000">
              <a:schemeClr val="bg2">
                <a:shade val="80000"/>
              </a:schemeClr>
            </a:gs>
          </a:gsLst>
          <a:path path="circle">
            <a:fillToRect l="43000" r="43000" b="100000"/>
          </a:path>
          <a:tileRect/>
        </a:gra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451579" y="804519"/>
            <a:ext cx="9603275" cy="1049235"/>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1451579" y="2015732"/>
            <a:ext cx="9603275" cy="345061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554138" y="330370"/>
            <a:ext cx="3500715" cy="309201"/>
          </a:xfrm>
          <a:prstGeom prst="rect">
            <a:avLst/>
          </a:prstGeom>
        </p:spPr>
        <p:txBody>
          <a:bodyPr vert="horz" lIns="91440" tIns="45720" rIns="91440" bIns="45720" rtlCol="0" anchor="ctr"/>
          <a:lstStyle>
            <a:lvl1pPr algn="r">
              <a:defRPr sz="1000">
                <a:solidFill>
                  <a:schemeClr val="tx1">
                    <a:tint val="75000"/>
                  </a:schemeClr>
                </a:solidFill>
              </a:defRPr>
            </a:lvl1pPr>
          </a:lstStyle>
          <a:p>
            <a:fld id="{9D986570-2C26-4E5F-9D28-4D18F9BAC427}" type="datetimeFigureOut">
              <a:rPr lang="nl-BE" smtClean="0"/>
              <a:t>13/06/2026</a:t>
            </a:fld>
            <a:endParaRPr lang="nl-BE"/>
          </a:p>
        </p:txBody>
      </p:sp>
      <p:sp>
        <p:nvSpPr>
          <p:cNvPr id="5" name="Footer Placeholder 4"/>
          <p:cNvSpPr>
            <a:spLocks noGrp="1"/>
          </p:cNvSpPr>
          <p:nvPr>
            <p:ph type="ftr" sz="quarter" idx="3"/>
          </p:nvPr>
        </p:nvSpPr>
        <p:spPr>
          <a:xfrm>
            <a:off x="1451579" y="329307"/>
            <a:ext cx="5938836" cy="309201"/>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nl-BE"/>
          </a:p>
        </p:txBody>
      </p:sp>
      <p:sp>
        <p:nvSpPr>
          <p:cNvPr id="6" name="Slide Number Placeholder 5"/>
          <p:cNvSpPr>
            <a:spLocks noGrp="1"/>
          </p:cNvSpPr>
          <p:nvPr>
            <p:ph type="sldNum" sz="quarter" idx="4"/>
          </p:nvPr>
        </p:nvSpPr>
        <p:spPr>
          <a:xfrm>
            <a:off x="480060" y="798973"/>
            <a:ext cx="811019" cy="503578"/>
          </a:xfrm>
          <a:prstGeom prst="rect">
            <a:avLst/>
          </a:prstGeom>
        </p:spPr>
        <p:txBody>
          <a:bodyPr vert="horz" lIns="91440" tIns="45720" rIns="91440" bIns="45720" rtlCol="0" anchor="t"/>
          <a:lstStyle>
            <a:lvl1pPr algn="r">
              <a:defRPr sz="2800">
                <a:solidFill>
                  <a:schemeClr val="accent1"/>
                </a:solidFill>
              </a:defRPr>
            </a:lvl1pPr>
          </a:lstStyle>
          <a:p>
            <a:fld id="{75E9C3EB-3209-46C0-A1BF-04B855C83966}" type="slidenum">
              <a:rPr lang="nl-BE" smtClean="0"/>
              <a:t>‹#›</a:t>
            </a:fld>
            <a:endParaRPr lang="nl-BE" dirty="0"/>
          </a:p>
        </p:txBody>
      </p:sp>
    </p:spTree>
    <p:extLst>
      <p:ext uri="{BB962C8B-B14F-4D97-AF65-F5344CB8AC3E}">
        <p14:creationId xmlns:p14="http://schemas.microsoft.com/office/powerpoint/2010/main" val="1031949584"/>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ransition spd="slow">
    <p:cover/>
  </p:transition>
  <p:txStyles>
    <p:titleStyle>
      <a:lvl1pPr algn="l" defTabSz="914400" rtl="0" eaLnBrk="1" latinLnBrk="0" hangingPunct="1">
        <a:lnSpc>
          <a:spcPct val="90000"/>
        </a:lnSpc>
        <a:spcBef>
          <a:spcPct val="0"/>
        </a:spcBef>
        <a:buNone/>
        <a:defRPr sz="3200" b="0" i="0" kern="1200" cap="all">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accent1"/>
        </a:buClr>
        <a:buSzPct val="100000"/>
        <a:buFont typeface="Arial" panose="020B0604020202020204" pitchFamily="34" charset="0"/>
        <a:buChar char="•"/>
        <a:defRPr sz="2000" kern="120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800" kern="1200" cap="none"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600" kern="120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400" kern="1200" cap="none"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microsoft.com/office/2007/relationships/media" Target="../media/media1.mp3"/><Relationship Id="rId1" Type="http://schemas.openxmlformats.org/officeDocument/2006/relationships/audio" Target="NULL" TargetMode="External"/><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audio" Target="../media/media2.mp3"/><Relationship Id="rId1" Type="http://schemas.microsoft.com/office/2007/relationships/media" Target="../media/media2.mp3"/><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1.xml"/></Relationships>
</file>

<file path=ppt/slides/_rels/slide10.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Narodnaya_Ingushskaya">
            <a:hlinkClick r:id="" action="ppaction://media"/>
            <a:extLst>
              <a:ext uri="{FF2B5EF4-FFF2-40B4-BE49-F238E27FC236}">
                <a16:creationId xmlns:a16="http://schemas.microsoft.com/office/drawing/2014/main" id="{6AA5EB36-CCC9-D90B-7C25-A280071F8536}"/>
              </a:ext>
            </a:extLst>
          </p:cNvPr>
          <p:cNvPicPr>
            <a:picLocks noChangeAspect="1"/>
          </p:cNvPicPr>
          <p:nvPr>
            <a:audioFile r:link="rId1"/>
            <p:extLst>
              <p:ext uri="{DAA4B4D4-6D71-4841-9C94-3DE7FCFB9230}">
                <p14:media xmlns:p14="http://schemas.microsoft.com/office/powerpoint/2010/main" r:embed="rId2">
                  <p14:trim st="5602" end="133226.9375"/>
                  <p14:fade out="1000"/>
                </p14:media>
              </p:ext>
            </p:extLst>
          </p:nvPr>
        </p:nvPicPr>
        <p:blipFill>
          <a:blip r:embed="rId4"/>
          <a:stretch>
            <a:fillRect/>
          </a:stretch>
        </p:blipFill>
        <p:spPr>
          <a:xfrm>
            <a:off x="800332" y="5626500"/>
            <a:ext cx="487363" cy="487363"/>
          </a:xfrm>
          <a:prstGeom prst="rect">
            <a:avLst/>
          </a:prstGeom>
        </p:spPr>
      </p:pic>
      <p:sp>
        <p:nvSpPr>
          <p:cNvPr id="2" name="Title 1">
            <a:extLst>
              <a:ext uri="{FF2B5EF4-FFF2-40B4-BE49-F238E27FC236}">
                <a16:creationId xmlns:a16="http://schemas.microsoft.com/office/drawing/2014/main" id="{060B9045-3109-7F3D-3F6E-A237CA6F2463}"/>
              </a:ext>
            </a:extLst>
          </p:cNvPr>
          <p:cNvSpPr>
            <a:spLocks noGrp="1"/>
          </p:cNvSpPr>
          <p:nvPr>
            <p:ph type="ctrTitle"/>
          </p:nvPr>
        </p:nvSpPr>
        <p:spPr>
          <a:xfrm>
            <a:off x="1784425" y="802299"/>
            <a:ext cx="8623151" cy="1991144"/>
          </a:xfrm>
        </p:spPr>
        <p:txBody>
          <a:bodyPr/>
          <a:lstStyle/>
          <a:p>
            <a:pPr algn="ctr"/>
            <a:r>
              <a:rPr lang="ce-Cyrl-RU" dirty="0"/>
              <a:t>Опыт изучения ингушского языка</a:t>
            </a:r>
            <a:endParaRPr lang="nl-BE" dirty="0"/>
          </a:p>
        </p:txBody>
      </p:sp>
      <p:cxnSp>
        <p:nvCxnSpPr>
          <p:cNvPr id="9" name="Straight Connector 8">
            <a:extLst>
              <a:ext uri="{FF2B5EF4-FFF2-40B4-BE49-F238E27FC236}">
                <a16:creationId xmlns:a16="http://schemas.microsoft.com/office/drawing/2014/main" id="{5DA53427-5985-4E85-8EC8-645334CA8C0A}"/>
              </a:ext>
            </a:extLst>
          </p:cNvPr>
          <p:cNvCxnSpPr>
            <a:cxnSpLocks/>
          </p:cNvCxnSpPr>
          <p:nvPr/>
        </p:nvCxnSpPr>
        <p:spPr>
          <a:xfrm>
            <a:off x="1307876" y="3234447"/>
            <a:ext cx="9576248"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22CFFAA4-007A-6284-7B95-54B3559E4A1E}"/>
              </a:ext>
            </a:extLst>
          </p:cNvPr>
          <p:cNvCxnSpPr>
            <a:cxnSpLocks/>
          </p:cNvCxnSpPr>
          <p:nvPr/>
        </p:nvCxnSpPr>
        <p:spPr>
          <a:xfrm>
            <a:off x="1307876" y="5342107"/>
            <a:ext cx="9576248" cy="0"/>
          </a:xfrm>
          <a:prstGeom prst="line">
            <a:avLst/>
          </a:prstGeom>
        </p:spPr>
        <p:style>
          <a:lnRef idx="1">
            <a:schemeClr val="accent1"/>
          </a:lnRef>
          <a:fillRef idx="0">
            <a:schemeClr val="accent1"/>
          </a:fillRef>
          <a:effectRef idx="0">
            <a:schemeClr val="accent1"/>
          </a:effectRef>
          <a:fontRef idx="minor">
            <a:schemeClr val="tx1"/>
          </a:fontRef>
        </p:style>
      </p:cxnSp>
      <p:sp>
        <p:nvSpPr>
          <p:cNvPr id="8" name="Subtitle 7">
            <a:extLst>
              <a:ext uri="{FF2B5EF4-FFF2-40B4-BE49-F238E27FC236}">
                <a16:creationId xmlns:a16="http://schemas.microsoft.com/office/drawing/2014/main" id="{2CFAA90A-62ED-E505-101E-911AC776E6A5}"/>
              </a:ext>
            </a:extLst>
          </p:cNvPr>
          <p:cNvSpPr>
            <a:spLocks noGrp="1"/>
          </p:cNvSpPr>
          <p:nvPr>
            <p:ph type="subTitle" idx="1"/>
          </p:nvPr>
        </p:nvSpPr>
        <p:spPr>
          <a:xfrm>
            <a:off x="1777464" y="3531204"/>
            <a:ext cx="8637072" cy="977621"/>
          </a:xfrm>
        </p:spPr>
        <p:txBody>
          <a:bodyPr>
            <a:normAutofit fontScale="92500" lnSpcReduction="20000"/>
          </a:bodyPr>
          <a:lstStyle/>
          <a:p>
            <a:pPr algn="ctr"/>
            <a:r>
              <a:rPr lang="ce-Cyrl-RU" dirty="0"/>
              <a:t>ингушские притчи </a:t>
            </a:r>
            <a:br>
              <a:rPr lang="ce-Cyrl-RU" dirty="0"/>
            </a:br>
            <a:r>
              <a:rPr lang="ce-Cyrl-RU" dirty="0"/>
              <a:t>с переводом на русский, чеченский и Английский языки.</a:t>
            </a:r>
            <a:br>
              <a:rPr lang="ce-Cyrl-RU" dirty="0"/>
            </a:br>
            <a:r>
              <a:rPr lang="ru-RU" dirty="0"/>
              <a:t>Р</a:t>
            </a:r>
            <a:r>
              <a:rPr lang="ce-Cyrl-RU" dirty="0"/>
              <a:t>азбор лексики и грамматики.</a:t>
            </a:r>
            <a:endParaRPr lang="nl-BE" dirty="0"/>
          </a:p>
          <a:p>
            <a:endParaRPr lang="nl-BE" dirty="0"/>
          </a:p>
        </p:txBody>
      </p:sp>
    </p:spTree>
    <p:extLst>
      <p:ext uri="{BB962C8B-B14F-4D97-AF65-F5344CB8AC3E}">
        <p14:creationId xmlns:p14="http://schemas.microsoft.com/office/powerpoint/2010/main" val="3287819153"/>
      </p:ext>
    </p:extLst>
  </p:cSld>
  <p:clrMapOvr>
    <a:masterClrMapping/>
  </p:clrMapOvr>
  <mc:AlternateContent xmlns:mc="http://schemas.openxmlformats.org/markup-compatibility/2006" xmlns:p14="http://schemas.microsoft.com/office/powerpoint/2010/main">
    <mc:Choice Requires="p14">
      <p:transition p14:dur="0" advTm="2000"/>
    </mc:Choice>
    <mc:Fallback xmlns="">
      <p:transition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vol="80000" numSld="999" showWhenStopped="0">
                <p:cTn id="7" fill="hold" display="0">
                  <p:stCondLst>
                    <p:cond delay="indefinite"/>
                  </p:stCondLst>
                  <p:endCondLst>
                    <p:cond evt="onStopAudio" delay="0">
                      <p:tgtEl>
                        <p:sldTgt/>
                      </p:tgtEl>
                    </p:cond>
                  </p:endCondLst>
                </p:cTn>
                <p:tgtEl>
                  <p:spTgt spid="5"/>
                </p:tgtEl>
              </p:cMediaNode>
            </p:audi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0DEEFE-FAC7-B414-5EE3-E89A0F227BF5}"/>
              </a:ext>
            </a:extLst>
          </p:cNvPr>
          <p:cNvSpPr>
            <a:spLocks noGrp="1"/>
          </p:cNvSpPr>
          <p:nvPr>
            <p:ph type="title"/>
          </p:nvPr>
        </p:nvSpPr>
        <p:spPr>
          <a:xfrm>
            <a:off x="1294363" y="223737"/>
            <a:ext cx="9603275" cy="493813"/>
          </a:xfrm>
        </p:spPr>
        <p:txBody>
          <a:bodyPr>
            <a:normAutofit fontScale="90000"/>
          </a:bodyPr>
          <a:lstStyle/>
          <a:p>
            <a:pPr algn="ctr"/>
            <a:r>
              <a:rPr lang="ce-Cyrl-RU" dirty="0"/>
              <a:t>Мудрые наставления наших предков</a:t>
            </a:r>
            <a:endParaRPr lang="nl-BE" dirty="0"/>
          </a:p>
        </p:txBody>
      </p:sp>
      <p:pic>
        <p:nvPicPr>
          <p:cNvPr id="5" name="Content Placeholder 4">
            <a:extLst>
              <a:ext uri="{FF2B5EF4-FFF2-40B4-BE49-F238E27FC236}">
                <a16:creationId xmlns:a16="http://schemas.microsoft.com/office/drawing/2014/main" id="{6A46817F-2590-AF4F-062B-7810BBC5A99B}"/>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7055422" y="2171671"/>
            <a:ext cx="1969259" cy="3449638"/>
          </a:xfrm>
          <a:prstGeom prst="rect">
            <a:avLst/>
          </a:prstGeom>
        </p:spPr>
      </p:pic>
      <p:pic>
        <p:nvPicPr>
          <p:cNvPr id="8" name="Picture 7">
            <a:extLst>
              <a:ext uri="{FF2B5EF4-FFF2-40B4-BE49-F238E27FC236}">
                <a16:creationId xmlns:a16="http://schemas.microsoft.com/office/drawing/2014/main" id="{73DC7B53-5EC4-58F2-9016-E24BFB87501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882455" y="2171671"/>
            <a:ext cx="3011997" cy="3449638"/>
          </a:xfrm>
          <a:prstGeom prst="rect">
            <a:avLst/>
          </a:prstGeom>
        </p:spPr>
      </p:pic>
      <p:sp>
        <p:nvSpPr>
          <p:cNvPr id="6" name="Subtitle 7">
            <a:extLst>
              <a:ext uri="{FF2B5EF4-FFF2-40B4-BE49-F238E27FC236}">
                <a16:creationId xmlns:a16="http://schemas.microsoft.com/office/drawing/2014/main" id="{F8D657EF-BD2E-4F0B-971C-809E230094C5}"/>
              </a:ext>
            </a:extLst>
          </p:cNvPr>
          <p:cNvSpPr txBox="1">
            <a:spLocks/>
          </p:cNvSpPr>
          <p:nvPr/>
        </p:nvSpPr>
        <p:spPr>
          <a:xfrm>
            <a:off x="1777464" y="768955"/>
            <a:ext cx="8637072" cy="843945"/>
          </a:xfrm>
          <a:prstGeom prst="rect">
            <a:avLst/>
          </a:prstGeom>
        </p:spPr>
        <p:txBody>
          <a:bodyPr vert="horz" lIns="91440" tIns="91440" rIns="91440" bIns="91440" rtlCol="0">
            <a:normAutofit/>
          </a:bodyPr>
          <a:lstStyle>
            <a:lvl1pPr indent="0" algn="ctr" defTabSz="914400">
              <a:lnSpc>
                <a:spcPct val="120000"/>
              </a:lnSpc>
              <a:spcBef>
                <a:spcPts val="1000"/>
              </a:spcBef>
              <a:buClr>
                <a:schemeClr val="accent1"/>
              </a:buClr>
              <a:buSzPct val="100000"/>
              <a:buFont typeface="Arial" panose="020B0604020202020204" pitchFamily="34" charset="0"/>
              <a:buNone/>
              <a:defRPr b="0" cap="all" baseline="0">
                <a:effectLst/>
              </a:defRPr>
            </a:lvl1pPr>
            <a:lvl2pPr indent="0" algn="ctr" defTabSz="914400">
              <a:lnSpc>
                <a:spcPct val="120000"/>
              </a:lnSpc>
              <a:spcBef>
                <a:spcPts val="500"/>
              </a:spcBef>
              <a:buClr>
                <a:schemeClr val="accent1"/>
              </a:buClr>
              <a:buSzPct val="100000"/>
              <a:buFont typeface="Arial" panose="020B0604020202020204" pitchFamily="34" charset="0"/>
              <a:buNone/>
              <a:defRPr cap="none" baseline="0">
                <a:effectLst/>
              </a:defRPr>
            </a:lvl2pPr>
            <a:lvl3pPr indent="0" algn="ctr" defTabSz="914400">
              <a:lnSpc>
                <a:spcPct val="120000"/>
              </a:lnSpc>
              <a:spcBef>
                <a:spcPts val="500"/>
              </a:spcBef>
              <a:buClr>
                <a:schemeClr val="accent1"/>
              </a:buClr>
              <a:buSzPct val="100000"/>
              <a:buFont typeface="Arial" panose="020B0604020202020204" pitchFamily="34" charset="0"/>
              <a:buNone/>
              <a:defRPr>
                <a:effectLst/>
              </a:defRPr>
            </a:lvl3pPr>
            <a:lvl4pPr indent="0" algn="ctr" defTabSz="914400">
              <a:lnSpc>
                <a:spcPct val="120000"/>
              </a:lnSpc>
              <a:spcBef>
                <a:spcPts val="500"/>
              </a:spcBef>
              <a:buClr>
                <a:schemeClr val="accent1"/>
              </a:buClr>
              <a:buSzPct val="100000"/>
              <a:buFont typeface="Arial" panose="020B0604020202020204" pitchFamily="34" charset="0"/>
              <a:buNone/>
              <a:defRPr sz="1600" cap="none" baseline="0">
                <a:effectLst/>
              </a:defRPr>
            </a:lvl4pPr>
            <a:lvl5pPr indent="0" algn="ctr" defTabSz="914400">
              <a:lnSpc>
                <a:spcPct val="120000"/>
              </a:lnSpc>
              <a:spcBef>
                <a:spcPts val="500"/>
              </a:spcBef>
              <a:buClr>
                <a:schemeClr val="accent1"/>
              </a:buClr>
              <a:buSzPct val="100000"/>
              <a:buFont typeface="Arial" panose="020B0604020202020204" pitchFamily="34" charset="0"/>
              <a:buNone/>
              <a:defRPr sz="1600">
                <a:effectLst/>
              </a:defRPr>
            </a:lvl5pPr>
            <a:lvl6pPr indent="0" algn="ctr" defTabSz="914400">
              <a:lnSpc>
                <a:spcPct val="120000"/>
              </a:lnSpc>
              <a:spcBef>
                <a:spcPts val="500"/>
              </a:spcBef>
              <a:buClr>
                <a:schemeClr val="accent1"/>
              </a:buClr>
              <a:buSzPct val="100000"/>
              <a:buFont typeface="Arial" panose="020B0604020202020204" pitchFamily="34" charset="0"/>
              <a:buNone/>
              <a:defRPr sz="1600">
                <a:effectLst/>
              </a:defRPr>
            </a:lvl6pPr>
            <a:lvl7pPr indent="0" algn="ctr" defTabSz="914400">
              <a:lnSpc>
                <a:spcPct val="120000"/>
              </a:lnSpc>
              <a:spcBef>
                <a:spcPts val="500"/>
              </a:spcBef>
              <a:buClr>
                <a:schemeClr val="accent1"/>
              </a:buClr>
              <a:buSzPct val="100000"/>
              <a:buFont typeface="Arial" panose="020B0604020202020204" pitchFamily="34" charset="0"/>
              <a:buNone/>
              <a:defRPr sz="1600">
                <a:effectLst/>
              </a:defRPr>
            </a:lvl7pPr>
            <a:lvl8pPr indent="0" algn="ctr" defTabSz="914400">
              <a:lnSpc>
                <a:spcPct val="120000"/>
              </a:lnSpc>
              <a:spcBef>
                <a:spcPts val="500"/>
              </a:spcBef>
              <a:buClr>
                <a:schemeClr val="accent1"/>
              </a:buClr>
              <a:buSzPct val="100000"/>
              <a:buFont typeface="Arial" panose="020B0604020202020204" pitchFamily="34" charset="0"/>
              <a:buNone/>
              <a:defRPr sz="1600" baseline="0">
                <a:effectLst/>
              </a:defRPr>
            </a:lvl8pPr>
            <a:lvl9pPr indent="0" algn="ctr" defTabSz="914400">
              <a:lnSpc>
                <a:spcPct val="120000"/>
              </a:lnSpc>
              <a:spcBef>
                <a:spcPts val="500"/>
              </a:spcBef>
              <a:buClr>
                <a:schemeClr val="accent1"/>
              </a:buClr>
              <a:buSzPct val="100000"/>
              <a:buFont typeface="Arial" panose="020B0604020202020204" pitchFamily="34" charset="0"/>
              <a:buNone/>
              <a:defRPr sz="1600" baseline="0">
                <a:effectLst/>
              </a:defRPr>
            </a:lvl9pPr>
          </a:lstStyle>
          <a:p>
            <a:r>
              <a:rPr lang="ce-Cyrl-RU" dirty="0"/>
              <a:t>Из ингушского фольклора</a:t>
            </a:r>
            <a:br>
              <a:rPr lang="ce-Cyrl-RU" dirty="0"/>
            </a:br>
            <a:r>
              <a:rPr lang="ce-Cyrl-RU" dirty="0"/>
              <a:t>И.А. Дахкильгов, 2000 г.</a:t>
            </a:r>
            <a:endParaRPr lang="nl-BE" dirty="0"/>
          </a:p>
          <a:p>
            <a:endParaRPr lang="nl-BE" dirty="0"/>
          </a:p>
        </p:txBody>
      </p:sp>
    </p:spTree>
    <p:extLst>
      <p:ext uri="{BB962C8B-B14F-4D97-AF65-F5344CB8AC3E}">
        <p14:creationId xmlns:p14="http://schemas.microsoft.com/office/powerpoint/2010/main" val="3511886794"/>
      </p:ext>
    </p:extLst>
  </p:cSld>
  <p:clrMapOvr>
    <a:masterClrMapping/>
  </p:clrMapOvr>
  <mc:AlternateContent xmlns:mc="http://schemas.openxmlformats.org/markup-compatibility/2006" xmlns:p14="http://schemas.microsoft.com/office/powerpoint/2010/main">
    <mc:Choice Requires="p14">
      <p:transition spd="med" p14:dur="700" advTm="2000">
        <p:fade/>
      </p:transition>
    </mc:Choice>
    <mc:Fallback xmlns="">
      <p:transition spd="med" advTm="2000">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5" presetClass="entr" presetSubtype="0"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p:cTn id="7" dur="1000" fill="hold"/>
                                        <p:tgtEl>
                                          <p:spTgt spid="5"/>
                                        </p:tgtEl>
                                        <p:attrNameLst>
                                          <p:attrName>ppt_w</p:attrName>
                                        </p:attrNameLst>
                                      </p:cBhvr>
                                      <p:tavLst>
                                        <p:tav tm="0">
                                          <p:val>
                                            <p:strVal val="#ppt_w*0.70"/>
                                          </p:val>
                                        </p:tav>
                                        <p:tav tm="100000">
                                          <p:val>
                                            <p:strVal val="#ppt_w"/>
                                          </p:val>
                                        </p:tav>
                                      </p:tavLst>
                                    </p:anim>
                                    <p:anim calcmode="lin" valueType="num">
                                      <p:cBhvr>
                                        <p:cTn id="8" dur="1000" fill="hold"/>
                                        <p:tgtEl>
                                          <p:spTgt spid="5"/>
                                        </p:tgtEl>
                                        <p:attrNameLst>
                                          <p:attrName>ppt_h</p:attrName>
                                        </p:attrNameLst>
                                      </p:cBhvr>
                                      <p:tavLst>
                                        <p:tav tm="0">
                                          <p:val>
                                            <p:strVal val="#ppt_h"/>
                                          </p:val>
                                        </p:tav>
                                        <p:tav tm="100000">
                                          <p:val>
                                            <p:strVal val="#ppt_h"/>
                                          </p:val>
                                        </p:tav>
                                      </p:tavLst>
                                    </p:anim>
                                    <p:animEffect transition="in" filter="fade">
                                      <p:cBhvr>
                                        <p:cTn id="9"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6CC4DD-6064-8AF3-DEC8-492C1657613F}"/>
              </a:ext>
            </a:extLst>
          </p:cNvPr>
          <p:cNvSpPr>
            <a:spLocks noGrp="1"/>
          </p:cNvSpPr>
          <p:nvPr>
            <p:ph type="ctrTitle"/>
          </p:nvPr>
        </p:nvSpPr>
        <p:spPr>
          <a:xfrm>
            <a:off x="1777464" y="198765"/>
            <a:ext cx="8637073" cy="239101"/>
          </a:xfrm>
        </p:spPr>
        <p:txBody>
          <a:bodyPr>
            <a:normAutofit/>
          </a:bodyPr>
          <a:lstStyle/>
          <a:p>
            <a:pPr algn="ctr"/>
            <a:r>
              <a:rPr lang="ce-Cyrl-RU" sz="1400" dirty="0"/>
              <a:t>предисловие</a:t>
            </a:r>
            <a:endParaRPr lang="nl-BE" sz="1400" dirty="0"/>
          </a:p>
        </p:txBody>
      </p:sp>
    </p:spTree>
    <p:extLst>
      <p:ext uri="{BB962C8B-B14F-4D97-AF65-F5344CB8AC3E}">
        <p14:creationId xmlns:p14="http://schemas.microsoft.com/office/powerpoint/2010/main" val="253645785"/>
      </p:ext>
    </p:extLst>
  </p:cSld>
  <p:clrMapOvr>
    <a:masterClrMapping/>
  </p:clrMapOvr>
  <mc:AlternateContent xmlns:mc="http://schemas.openxmlformats.org/markup-compatibility/2006" xmlns:p14="http://schemas.microsoft.com/office/powerpoint/2010/main">
    <mc:Choice Requires="p14">
      <p:transition spd="med" p14:dur="700" advTm="176000">
        <p:fade/>
      </p:transition>
    </mc:Choice>
    <mc:Fallback xmlns="">
      <p:transition spd="med" advTm="176000">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a:extLst>
              <a:ext uri="{FF2B5EF4-FFF2-40B4-BE49-F238E27FC236}">
                <a16:creationId xmlns:a16="http://schemas.microsoft.com/office/drawing/2014/main" id="{2CF6D9B2-7B50-314B-634A-73A548DB3641}"/>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23532" y="1244970"/>
            <a:ext cx="6117074" cy="3336586"/>
          </a:xfrm>
          <a:prstGeom prst="rect">
            <a:avLst/>
          </a:prstGeom>
        </p:spPr>
      </p:pic>
      <p:sp>
        <p:nvSpPr>
          <p:cNvPr id="8" name="Title 7">
            <a:extLst>
              <a:ext uri="{FF2B5EF4-FFF2-40B4-BE49-F238E27FC236}">
                <a16:creationId xmlns:a16="http://schemas.microsoft.com/office/drawing/2014/main" id="{1329C50E-74C0-7ABA-F08B-A63C7E035D85}"/>
              </a:ext>
            </a:extLst>
          </p:cNvPr>
          <p:cNvSpPr txBox="1">
            <a:spLocks noGrp="1"/>
          </p:cNvSpPr>
          <p:nvPr>
            <p:ph type="title" idx="4294967295"/>
          </p:nvPr>
        </p:nvSpPr>
        <p:spPr>
          <a:xfrm>
            <a:off x="6716226" y="1952171"/>
            <a:ext cx="4965970" cy="461665"/>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ru-RU" sz="2400" b="1" i="0" u="none" strike="noStrike" kern="1200" cap="none" spc="0" normalizeH="0" baseline="0" noProof="0" dirty="0">
                <a:ln>
                  <a:noFill/>
                </a:ln>
                <a:solidFill>
                  <a:srgbClr val="CC6600"/>
                </a:solidFill>
                <a:effectLst/>
                <a:uLnTx/>
                <a:uFillTx/>
                <a:latin typeface="+mj-lt"/>
                <a:ea typeface="+mn-ea"/>
                <a:cs typeface="+mn-cs"/>
              </a:rPr>
              <a:t>Са дешал чIоагIагI да цун эздел</a:t>
            </a:r>
            <a:r>
              <a:rPr kumimoji="0" lang="ce-Cyrl-RU" sz="2400" b="1" i="0" u="none" strike="noStrike" kern="1200" cap="none" spc="0" normalizeH="0" baseline="0" noProof="0" dirty="0">
                <a:ln>
                  <a:noFill/>
                </a:ln>
                <a:solidFill>
                  <a:srgbClr val="CC6600"/>
                </a:solidFill>
                <a:effectLst/>
                <a:uLnTx/>
                <a:uFillTx/>
                <a:latin typeface="+mj-lt"/>
                <a:ea typeface="+mn-ea"/>
                <a:cs typeface="+mn-cs"/>
              </a:rPr>
              <a:t> </a:t>
            </a:r>
            <a:endParaRPr kumimoji="0" lang="nl-BE" sz="2400" b="1" i="0" u="none" strike="noStrike" kern="1200" cap="none" spc="0" normalizeH="0" baseline="0" noProof="0" dirty="0">
              <a:ln>
                <a:noFill/>
              </a:ln>
              <a:solidFill>
                <a:srgbClr val="CC6600"/>
              </a:solidFill>
              <a:effectLst/>
              <a:uLnTx/>
              <a:uFillTx/>
              <a:latin typeface="Gill Sans MT" panose="020B0502020104020203"/>
              <a:ea typeface="+mn-ea"/>
              <a:cs typeface="+mn-cs"/>
            </a:endParaRPr>
          </a:p>
        </p:txBody>
      </p:sp>
      <p:sp>
        <p:nvSpPr>
          <p:cNvPr id="10" name="TextBox 9">
            <a:extLst>
              <a:ext uri="{FF2B5EF4-FFF2-40B4-BE49-F238E27FC236}">
                <a16:creationId xmlns:a16="http://schemas.microsoft.com/office/drawing/2014/main" id="{6343BD79-EADF-39AF-26F8-D7E577B6C3C9}"/>
              </a:ext>
            </a:extLst>
          </p:cNvPr>
          <p:cNvSpPr txBox="1"/>
          <p:nvPr/>
        </p:nvSpPr>
        <p:spPr>
          <a:xfrm>
            <a:off x="7322585" y="1322794"/>
            <a:ext cx="3952671" cy="584775"/>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ce-Cyrl-RU" sz="3200" b="1" i="0" u="none" strike="noStrike" kern="1200" cap="none" spc="0" normalizeH="0" baseline="0" noProof="0" dirty="0">
                <a:ln>
                  <a:noFill/>
                </a:ln>
                <a:solidFill>
                  <a:srgbClr val="CC6600"/>
                </a:solidFill>
                <a:effectLst/>
                <a:uLnTx/>
                <a:uFillTx/>
                <a:latin typeface="Alasassy Caps"/>
                <a:ea typeface="+mn-ea"/>
                <a:cs typeface="+mn-cs"/>
              </a:rPr>
              <a:t>№ 1</a:t>
            </a:r>
            <a:endParaRPr kumimoji="0" lang="nl-BE" sz="3200" b="1" i="0" u="none" strike="noStrike" kern="1200" cap="none" spc="0" normalizeH="0" baseline="0" noProof="0" dirty="0">
              <a:ln>
                <a:noFill/>
              </a:ln>
              <a:solidFill>
                <a:srgbClr val="CC6600"/>
              </a:solidFill>
              <a:effectLst/>
              <a:uLnTx/>
              <a:uFillTx/>
              <a:latin typeface="Alasassy Caps"/>
              <a:ea typeface="+mn-ea"/>
              <a:cs typeface="+mn-cs"/>
            </a:endParaRPr>
          </a:p>
        </p:txBody>
      </p:sp>
      <p:sp>
        <p:nvSpPr>
          <p:cNvPr id="11" name="TextBox 10">
            <a:extLst>
              <a:ext uri="{FF2B5EF4-FFF2-40B4-BE49-F238E27FC236}">
                <a16:creationId xmlns:a16="http://schemas.microsoft.com/office/drawing/2014/main" id="{C2A48C73-175C-D8D8-25C7-9E0DDE77C77F}"/>
              </a:ext>
            </a:extLst>
          </p:cNvPr>
          <p:cNvSpPr txBox="1"/>
          <p:nvPr/>
        </p:nvSpPr>
        <p:spPr>
          <a:xfrm>
            <a:off x="6589766" y="3381439"/>
            <a:ext cx="5369668" cy="1015663"/>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ru-RU" sz="2000" b="1" i="0" u="none" strike="noStrike" kern="1200" cap="none" spc="0" normalizeH="0" baseline="0" noProof="0" dirty="0">
                <a:ln>
                  <a:noFill/>
                </a:ln>
                <a:solidFill>
                  <a:srgbClr val="CC6600"/>
                </a:solidFill>
                <a:effectLst/>
                <a:uLnTx/>
                <a:uFillTx/>
                <a:ea typeface="+mn-ea"/>
                <a:cs typeface="+mn-cs"/>
              </a:rPr>
              <a:t>Его благородство сильнее моих слов</a:t>
            </a:r>
            <a:br>
              <a:rPr kumimoji="0" lang="ce-Cyrl-RU" sz="2000" b="1" i="0" u="none" strike="noStrike" kern="1200" cap="none" spc="0" normalizeH="0" baseline="0" noProof="0" dirty="0">
                <a:ln>
                  <a:noFill/>
                </a:ln>
                <a:solidFill>
                  <a:srgbClr val="CC6600"/>
                </a:solidFill>
                <a:effectLst/>
                <a:uLnTx/>
                <a:uFillTx/>
                <a:ea typeface="+mn-ea"/>
                <a:cs typeface="+mn-cs"/>
              </a:rPr>
            </a:br>
            <a:br>
              <a:rPr kumimoji="0" lang="ce-Cyrl-RU" sz="2000" b="1" i="0" u="none" strike="noStrike" kern="1200" cap="none" spc="0" normalizeH="0" baseline="0" noProof="0" dirty="0">
                <a:ln>
                  <a:noFill/>
                </a:ln>
                <a:solidFill>
                  <a:srgbClr val="CC6600"/>
                </a:solidFill>
                <a:effectLst/>
                <a:uLnTx/>
                <a:uFillTx/>
                <a:ea typeface="+mn-ea"/>
                <a:cs typeface="+mn-cs"/>
              </a:rPr>
            </a:br>
            <a:r>
              <a:rPr kumimoji="0" lang="en-US" sz="2000" b="1" i="0" u="none" strike="noStrike" kern="1200" cap="none" spc="0" normalizeH="0" baseline="0" noProof="0" dirty="0">
                <a:ln>
                  <a:noFill/>
                </a:ln>
                <a:solidFill>
                  <a:srgbClr val="CC6600"/>
                </a:solidFill>
                <a:effectLst/>
                <a:uLnTx/>
                <a:uFillTx/>
                <a:latin typeface="Gill Sans MT" panose="020B0502020104020203"/>
                <a:ea typeface="+mn-ea"/>
                <a:cs typeface="+mn-cs"/>
              </a:rPr>
              <a:t>His nobility speaks louder than my words</a:t>
            </a:r>
            <a:endParaRPr kumimoji="0" lang="nl-BE" sz="2000" b="0" i="0" u="none" strike="noStrike" kern="1200" cap="none" spc="0" normalizeH="0" baseline="0" noProof="0" dirty="0">
              <a:ln>
                <a:noFill/>
              </a:ln>
              <a:solidFill>
                <a:srgbClr val="CC6600"/>
              </a:solidFill>
              <a:effectLst/>
              <a:uLnTx/>
              <a:uFillTx/>
              <a:latin typeface="Gill Sans MT" panose="020B0502020104020203"/>
              <a:ea typeface="+mn-ea"/>
              <a:cs typeface="+mn-cs"/>
            </a:endParaRPr>
          </a:p>
        </p:txBody>
      </p:sp>
      <p:cxnSp>
        <p:nvCxnSpPr>
          <p:cNvPr id="13" name="Straight Connector 12">
            <a:extLst>
              <a:ext uri="{FF2B5EF4-FFF2-40B4-BE49-F238E27FC236}">
                <a16:creationId xmlns:a16="http://schemas.microsoft.com/office/drawing/2014/main" id="{1F44E224-A0A3-F28E-221F-EB5BC8440BAA}"/>
              </a:ext>
            </a:extLst>
          </p:cNvPr>
          <p:cNvCxnSpPr>
            <a:cxnSpLocks/>
          </p:cNvCxnSpPr>
          <p:nvPr/>
        </p:nvCxnSpPr>
        <p:spPr>
          <a:xfrm>
            <a:off x="8369925" y="1899972"/>
            <a:ext cx="1556425" cy="0"/>
          </a:xfrm>
          <a:prstGeom prst="line">
            <a:avLst/>
          </a:prstGeom>
          <a:ln>
            <a:solidFill>
              <a:srgbClr val="CC6600"/>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8B7D954C-17E0-A338-D96F-6134F0C5115A}"/>
              </a:ext>
            </a:extLst>
          </p:cNvPr>
          <p:cNvCxnSpPr>
            <a:cxnSpLocks/>
          </p:cNvCxnSpPr>
          <p:nvPr/>
        </p:nvCxnSpPr>
        <p:spPr>
          <a:xfrm>
            <a:off x="8369925" y="2558211"/>
            <a:ext cx="1556425" cy="0"/>
          </a:xfrm>
          <a:prstGeom prst="line">
            <a:avLst/>
          </a:prstGeom>
          <a:ln>
            <a:solidFill>
              <a:srgbClr val="CC66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C34AFEBD-0312-5DC2-8668-33F8363DE6B2}"/>
              </a:ext>
            </a:extLst>
          </p:cNvPr>
          <p:cNvCxnSpPr>
            <a:cxnSpLocks/>
          </p:cNvCxnSpPr>
          <p:nvPr/>
        </p:nvCxnSpPr>
        <p:spPr>
          <a:xfrm>
            <a:off x="8369925" y="3867825"/>
            <a:ext cx="1556425" cy="0"/>
          </a:xfrm>
          <a:prstGeom prst="line">
            <a:avLst/>
          </a:prstGeom>
          <a:ln>
            <a:solidFill>
              <a:srgbClr val="CC66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61401332"/>
      </p:ext>
    </p:extLst>
  </p:cSld>
  <p:clrMapOvr>
    <a:masterClrMapping/>
  </p:clrMapOvr>
  <mc:AlternateContent xmlns:mc="http://schemas.openxmlformats.org/markup-compatibility/2006" xmlns:p14="http://schemas.microsoft.com/office/powerpoint/2010/main">
    <mc:Choice Requires="p14">
      <p:transition spd="med" p14:dur="700" advTm="2000">
        <p:fade/>
      </p:transition>
    </mc:Choice>
    <mc:Fallback xmlns="">
      <p:transition spd="med" advTm="2000">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_inh_001">
            <a:hlinkClick r:id="" action="ppaction://media"/>
            <a:extLst>
              <a:ext uri="{FF2B5EF4-FFF2-40B4-BE49-F238E27FC236}">
                <a16:creationId xmlns:a16="http://schemas.microsoft.com/office/drawing/2014/main" id="{905DB5AE-7B3F-AF54-4805-CF9550DA559B}"/>
              </a:ext>
            </a:extLst>
          </p:cNvPr>
          <p:cNvPicPr>
            <a:picLocks noChangeAspect="1"/>
          </p:cNvPicPr>
          <p:nvPr>
            <a:audioFile r:link="rId2"/>
            <p:extLst>
              <p:ext uri="{DAA4B4D4-6D71-4841-9C94-3DE7FCFB9230}">
                <p14:media xmlns:p14="http://schemas.microsoft.com/office/powerpoint/2010/main" r:embed="rId1"/>
              </p:ext>
            </p:extLst>
          </p:nvPr>
        </p:nvPicPr>
        <p:blipFill>
          <a:blip r:embed="rId4"/>
          <a:stretch>
            <a:fillRect/>
          </a:stretch>
        </p:blipFill>
        <p:spPr>
          <a:xfrm>
            <a:off x="470170" y="184826"/>
            <a:ext cx="398834" cy="398834"/>
          </a:xfrm>
          <a:prstGeom prst="rect">
            <a:avLst/>
          </a:prstGeom>
        </p:spPr>
      </p:pic>
      <p:sp>
        <p:nvSpPr>
          <p:cNvPr id="7" name="TextBox 6">
            <a:extLst>
              <a:ext uri="{FF2B5EF4-FFF2-40B4-BE49-F238E27FC236}">
                <a16:creationId xmlns:a16="http://schemas.microsoft.com/office/drawing/2014/main" id="{388FC515-7E5F-5531-8FDD-8728149AFB7C}"/>
              </a:ext>
            </a:extLst>
          </p:cNvPr>
          <p:cNvSpPr txBox="1"/>
          <p:nvPr/>
        </p:nvSpPr>
        <p:spPr>
          <a:xfrm>
            <a:off x="885217" y="1615629"/>
            <a:ext cx="10525328" cy="1938992"/>
          </a:xfrm>
          <a:prstGeom prst="rect">
            <a:avLst/>
          </a:prstGeom>
          <a:noFill/>
        </p:spPr>
        <p:txBody>
          <a:bodyPr wrap="square" rtlCol="0">
            <a:spAutoFit/>
          </a:bodyPr>
          <a:lstStyle/>
          <a:p>
            <a:r>
              <a:rPr lang="ru-RU" sz="2400" dirty="0"/>
              <a:t>Гулбенна нах багӀача цӀагӀа Мохьмад-пайхамар чуваьлча, берригаш гӀайттаб. Пайхамара Ӏоха а аьнна, уж Ӏохайшача, цхьа зӀамига саг латтийсав. Пайхамара шозлагӀа а а</a:t>
            </a:r>
            <a:r>
              <a:rPr lang="ce-Cyrl-RU" sz="2400" dirty="0"/>
              <a:t>ь</a:t>
            </a:r>
            <a:r>
              <a:rPr lang="ru-RU" sz="2400" dirty="0"/>
              <a:t>ннад цунга, Ӏоха. ТӀаккха а хайнавац. Пайхамара яхар хӀана дац Ӏа, Ӏоха ях хьога, оалаш, бехкаш даха нах болабелча, Мохьмад-пайхамара аьннад:</a:t>
            </a:r>
          </a:p>
          <a:p>
            <a:r>
              <a:rPr lang="ru-RU" sz="2400" dirty="0"/>
              <a:t>- Бехкаш ма даха цох. Са дешал чӀоагӀагӀа да цун сих доалла эздел.</a:t>
            </a:r>
            <a:endParaRPr lang="nl-BE" sz="2400" dirty="0"/>
          </a:p>
        </p:txBody>
      </p:sp>
      <p:sp>
        <p:nvSpPr>
          <p:cNvPr id="8" name="Title 7">
            <a:extLst>
              <a:ext uri="{FF2B5EF4-FFF2-40B4-BE49-F238E27FC236}">
                <a16:creationId xmlns:a16="http://schemas.microsoft.com/office/drawing/2014/main" id="{0443C54C-441A-C5BB-DBFD-00B50500ACB0}"/>
              </a:ext>
            </a:extLst>
          </p:cNvPr>
          <p:cNvSpPr txBox="1">
            <a:spLocks noGrp="1"/>
          </p:cNvSpPr>
          <p:nvPr>
            <p:ph type="title" idx="4294967295"/>
          </p:nvPr>
        </p:nvSpPr>
        <p:spPr>
          <a:xfrm>
            <a:off x="1797051" y="857983"/>
            <a:ext cx="6706870" cy="461665"/>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ru-RU" sz="2400" b="1" i="0" u="none" strike="noStrike" kern="1200" cap="none" spc="0" normalizeH="0" baseline="0" noProof="0" dirty="0">
                <a:ln>
                  <a:noFill/>
                </a:ln>
                <a:solidFill>
                  <a:schemeClr val="tx1"/>
                </a:solidFill>
                <a:effectLst/>
                <a:uLnTx/>
                <a:uFillTx/>
                <a:latin typeface="+mn-lt"/>
                <a:ea typeface="+mn-ea"/>
                <a:cs typeface="+mn-cs"/>
              </a:rPr>
              <a:t>1</a:t>
            </a:r>
            <a:r>
              <a:rPr kumimoji="0" lang="en-US" sz="2400" b="1" i="0" u="none" strike="noStrike" kern="1200" cap="none" spc="0" normalizeH="0" baseline="0" noProof="0" dirty="0">
                <a:ln>
                  <a:noFill/>
                </a:ln>
                <a:solidFill>
                  <a:schemeClr val="tx1"/>
                </a:solidFill>
                <a:effectLst/>
                <a:uLnTx/>
                <a:uFillTx/>
                <a:latin typeface="+mn-lt"/>
                <a:ea typeface="+mn-ea"/>
                <a:cs typeface="+mn-cs"/>
              </a:rPr>
              <a:t>. </a:t>
            </a:r>
            <a:r>
              <a:rPr kumimoji="0" lang="ru-RU" sz="2400" b="1" i="0" u="none" strike="noStrike" kern="1200" cap="none" spc="0" normalizeH="0" baseline="0" noProof="0" dirty="0">
                <a:ln>
                  <a:noFill/>
                </a:ln>
                <a:solidFill>
                  <a:schemeClr val="tx1"/>
                </a:solidFill>
                <a:effectLst/>
                <a:uLnTx/>
                <a:uFillTx/>
                <a:latin typeface="+mn-lt"/>
                <a:ea typeface="+mn-ea"/>
                <a:cs typeface="+mn-cs"/>
              </a:rPr>
              <a:t>Са дешал ч1оаг</a:t>
            </a:r>
            <a:r>
              <a:rPr kumimoji="0" lang="nl-BE" sz="2400" b="1" i="0" u="none" strike="noStrike" kern="1200" cap="none" spc="0" normalizeH="0" baseline="0" noProof="0" dirty="0">
                <a:ln>
                  <a:noFill/>
                </a:ln>
                <a:solidFill>
                  <a:schemeClr val="tx1"/>
                </a:solidFill>
                <a:effectLst/>
                <a:uLnTx/>
                <a:uFillTx/>
                <a:latin typeface="+mn-lt"/>
                <a:ea typeface="+mn-ea"/>
                <a:cs typeface="+mn-cs"/>
              </a:rPr>
              <a:t>I</a:t>
            </a:r>
            <a:r>
              <a:rPr kumimoji="0" lang="ru-RU" sz="2400" b="1" i="0" u="none" strike="noStrike" kern="1200" cap="none" spc="0" normalizeH="0" baseline="0" noProof="0" dirty="0">
                <a:ln>
                  <a:noFill/>
                </a:ln>
                <a:solidFill>
                  <a:schemeClr val="tx1"/>
                </a:solidFill>
                <a:effectLst/>
                <a:uLnTx/>
                <a:uFillTx/>
                <a:latin typeface="+mn-lt"/>
                <a:ea typeface="+mn-ea"/>
                <a:cs typeface="+mn-cs"/>
              </a:rPr>
              <a:t>аг</a:t>
            </a:r>
            <a:r>
              <a:rPr kumimoji="0" lang="nl-BE" sz="2400" b="1" i="0" u="none" strike="noStrike" kern="1200" cap="none" spc="0" normalizeH="0" baseline="0" noProof="0" dirty="0">
                <a:ln>
                  <a:noFill/>
                </a:ln>
                <a:solidFill>
                  <a:schemeClr val="tx1"/>
                </a:solidFill>
                <a:effectLst/>
                <a:uLnTx/>
                <a:uFillTx/>
                <a:latin typeface="+mn-lt"/>
                <a:ea typeface="+mn-ea"/>
                <a:cs typeface="+mn-cs"/>
              </a:rPr>
              <a:t>I </a:t>
            </a:r>
            <a:r>
              <a:rPr kumimoji="0" lang="ru-RU" sz="2400" b="1" i="0" u="none" strike="noStrike" kern="1200" cap="none" spc="0" normalizeH="0" baseline="0" noProof="0" dirty="0">
                <a:ln>
                  <a:noFill/>
                </a:ln>
                <a:solidFill>
                  <a:schemeClr val="tx1"/>
                </a:solidFill>
                <a:effectLst/>
                <a:uLnTx/>
                <a:uFillTx/>
                <a:latin typeface="+mn-lt"/>
                <a:ea typeface="+mn-ea"/>
                <a:cs typeface="+mn-cs"/>
              </a:rPr>
              <a:t>да цун эздел</a:t>
            </a:r>
            <a:endParaRPr kumimoji="0" lang="nl-BE" sz="2400" b="0" i="0" u="none" strike="noStrike" kern="1200" cap="none" spc="0" normalizeH="0" baseline="0" noProof="0" dirty="0">
              <a:ln>
                <a:noFill/>
              </a:ln>
              <a:solidFill>
                <a:schemeClr val="tx1"/>
              </a:solidFill>
              <a:effectLst/>
              <a:uLnTx/>
              <a:uFillTx/>
              <a:latin typeface="+mn-lt"/>
              <a:ea typeface="+mn-ea"/>
              <a:cs typeface="+mn-cs"/>
            </a:endParaRPr>
          </a:p>
        </p:txBody>
      </p:sp>
    </p:spTree>
    <p:extLst>
      <p:ext uri="{BB962C8B-B14F-4D97-AF65-F5344CB8AC3E}">
        <p14:creationId xmlns:p14="http://schemas.microsoft.com/office/powerpoint/2010/main" val="2352826899"/>
      </p:ext>
    </p:extLst>
  </p:cSld>
  <p:clrMapOvr>
    <a:masterClrMapping/>
  </p:clrMapOvr>
  <mc:AlternateContent xmlns:mc="http://schemas.openxmlformats.org/markup-compatibility/2006" xmlns:p14="http://schemas.microsoft.com/office/powerpoint/2010/main">
    <mc:Choice Requires="p14">
      <p:transition spd="med" p14:dur="700" advTm="41000">
        <p:fade/>
      </p:transition>
    </mc:Choice>
    <mc:Fallback xmlns="">
      <p:transition spd="med" advTm="41000">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40128" fill="hold"/>
                                        <p:tgtEl>
                                          <p:spTgt spid="10"/>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vol="80000" showWhenStopped="0">
                <p:cTn id="7" fill="hold" display="0">
                  <p:stCondLst>
                    <p:cond delay="indefinite"/>
                  </p:stCondLst>
                  <p:endCondLst>
                    <p:cond evt="onStopAudio" delay="0">
                      <p:tgtEl>
                        <p:sldTgt/>
                      </p:tgtEl>
                    </p:cond>
                  </p:endCondLst>
                </p:cTn>
                <p:tgtEl>
                  <p:spTgt spid="10"/>
                </p:tgtEl>
              </p:cMediaNode>
            </p:audio>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BDF90C-729C-3B9C-4997-1D0EDCAB43B2}"/>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1F4E762B-BE22-34F4-37FC-54D7F596ABD9}"/>
              </a:ext>
            </a:extLst>
          </p:cNvPr>
          <p:cNvSpPr txBox="1">
            <a:spLocks/>
          </p:cNvSpPr>
          <p:nvPr/>
        </p:nvSpPr>
        <p:spPr>
          <a:xfrm>
            <a:off x="869004" y="1275810"/>
            <a:ext cx="10379413" cy="3785652"/>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mn-lt"/>
                <a:ea typeface="+mn-ea"/>
                <a:cs typeface="+mn-cs"/>
              </a:rPr>
              <a:t>1. </a:t>
            </a:r>
            <a:r>
              <a:rPr kumimoji="0" lang="ru-RU" sz="2400" b="1" i="0" u="none" strike="noStrike" kern="1200" cap="none" spc="0" normalizeH="0" baseline="0" noProof="0" dirty="0">
                <a:ln>
                  <a:noFill/>
                </a:ln>
                <a:solidFill>
                  <a:prstClr val="black"/>
                </a:solidFill>
                <a:effectLst/>
                <a:uLnTx/>
                <a:uFillTx/>
                <a:latin typeface="+mn-lt"/>
                <a:ea typeface="+mn-ea"/>
                <a:cs typeface="+mn-cs"/>
              </a:rPr>
              <a:t>Его благородство сильнее моих слов</a:t>
            </a:r>
            <a:br>
              <a:rPr kumimoji="0" lang="ce-Cyrl-RU" sz="2400" b="1" i="0" u="none" strike="noStrike" kern="1200" cap="none" spc="0" normalizeH="0" baseline="0" noProof="0" dirty="0">
                <a:ln>
                  <a:noFill/>
                </a:ln>
                <a:solidFill>
                  <a:prstClr val="black"/>
                </a:solidFill>
                <a:effectLst/>
                <a:uLnTx/>
                <a:uFillTx/>
                <a:latin typeface="+mn-lt"/>
                <a:ea typeface="+mn-ea"/>
                <a:cs typeface="+mn-cs"/>
              </a:rPr>
            </a:br>
            <a:endParaRPr kumimoji="0" lang="ru-RU" sz="2400" b="1"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latin typeface="+mn-lt"/>
                <a:ea typeface="+mn-ea"/>
                <a:cs typeface="+mn-cs"/>
              </a:rPr>
              <a:t>В одном доме собрались люди. Они сидели и беседовали. В это время вошел пророк Мухаммед. Все встали, приветствуя его. Пророк попросил их сесть, и тогда все сели. Один юноша продолжал стоять. Пророк повторно предложил ему сесть. Юноша продолжал стоять. На него зашикали: </a:t>
            </a:r>
            <a:r>
              <a:rPr kumimoji="0" lang="en-US" sz="2400" b="0" i="0" u="none" strike="noStrike" kern="1200" cap="none" spc="0" normalizeH="0" baseline="0" noProof="0" dirty="0">
                <a:ln>
                  <a:noFill/>
                </a:ln>
                <a:solidFill>
                  <a:prstClr val="black"/>
                </a:solidFill>
                <a:effectLst/>
                <a:uLnTx/>
                <a:uFillTx/>
                <a:latin typeface="Gill Sans MT" panose="020B0502020104020203"/>
                <a:ea typeface="+mn-ea"/>
                <a:cs typeface="+mn-cs"/>
              </a:rPr>
              <a:t> </a:t>
            </a:r>
            <a:r>
              <a:rPr kumimoji="0" lang="ru-RU" sz="2400" b="0" i="0" u="none" strike="noStrike" kern="1200" cap="none" spc="0" normalizeH="0" baseline="0" noProof="0" dirty="0">
                <a:ln>
                  <a:noFill/>
                </a:ln>
                <a:solidFill>
                  <a:prstClr val="black"/>
                </a:solidFill>
                <a:effectLst/>
                <a:uLnTx/>
                <a:uFillTx/>
                <a:latin typeface="+mn-lt"/>
                <a:ea typeface="+mn-ea"/>
                <a:cs typeface="+mn-cs"/>
              </a:rPr>
              <a:t>“Садись, тебе говорят. Для тебя слово пророка ничто не значит?”. Тогда Мухаммед-пророк сказал:</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latin typeface="+mn-lt"/>
                <a:ea typeface="+mn-ea"/>
                <a:cs typeface="+mn-cs"/>
              </a:rPr>
              <a:t>“Не обижайте юношу. Благородство, впитавшееся в его душу, сильнее моих слов”.</a:t>
            </a:r>
            <a:r>
              <a:rPr kumimoji="0" lang="ce-Cyrl-RU" sz="2400" b="0" i="0" u="none" strike="noStrike" kern="1200" cap="none" spc="0" normalizeH="0" baseline="0" noProof="0" dirty="0">
                <a:ln>
                  <a:noFill/>
                </a:ln>
                <a:solidFill>
                  <a:prstClr val="black"/>
                </a:solidFill>
                <a:effectLst/>
                <a:uLnTx/>
                <a:uFillTx/>
                <a:latin typeface="+mn-lt"/>
                <a:ea typeface="+mn-ea"/>
                <a:cs typeface="+mn-cs"/>
              </a:rPr>
              <a:t> </a:t>
            </a:r>
            <a:endParaRPr kumimoji="0" lang="nl-BE" sz="2400" b="0" i="0" u="none" strike="noStrike" kern="1200" cap="none" spc="0" normalizeH="0" baseline="0" noProof="0" dirty="0">
              <a:ln>
                <a:noFill/>
              </a:ln>
              <a:solidFill>
                <a:prstClr val="black"/>
              </a:solidFill>
              <a:effectLst/>
              <a:uLnTx/>
              <a:uFillTx/>
              <a:latin typeface="Gill Sans MT" panose="020B0502020104020203"/>
              <a:ea typeface="+mn-ea"/>
              <a:cs typeface="+mn-cs"/>
            </a:endParaRPr>
          </a:p>
        </p:txBody>
      </p:sp>
      <p:sp>
        <p:nvSpPr>
          <p:cNvPr id="2" name="TextBox 1">
            <a:extLst>
              <a:ext uri="{FF2B5EF4-FFF2-40B4-BE49-F238E27FC236}">
                <a16:creationId xmlns:a16="http://schemas.microsoft.com/office/drawing/2014/main" id="{DD79485C-8E5D-861C-BF82-F93A3D3B61D5}"/>
              </a:ext>
            </a:extLst>
          </p:cNvPr>
          <p:cNvSpPr txBox="1"/>
          <p:nvPr/>
        </p:nvSpPr>
        <p:spPr>
          <a:xfrm>
            <a:off x="5108642" y="583660"/>
            <a:ext cx="1974716" cy="338554"/>
          </a:xfrm>
          <a:prstGeom prst="rect">
            <a:avLst/>
          </a:prstGeom>
          <a:solidFill>
            <a:srgbClr val="00B050"/>
          </a:solidFill>
        </p:spPr>
        <p:txBody>
          <a:bodyPr wrap="square" rtlCol="0">
            <a:spAutoFit/>
          </a:bodyPr>
          <a:lstStyle/>
          <a:p>
            <a:pPr algn="ctr"/>
            <a:r>
              <a:rPr lang="ce-Cyrl-RU" sz="1600" b="1" dirty="0"/>
              <a:t>РУССКИЙ</a:t>
            </a:r>
            <a:endParaRPr lang="nl-BE" sz="1600" dirty="0"/>
          </a:p>
        </p:txBody>
      </p:sp>
    </p:spTree>
    <p:extLst>
      <p:ext uri="{BB962C8B-B14F-4D97-AF65-F5344CB8AC3E}">
        <p14:creationId xmlns:p14="http://schemas.microsoft.com/office/powerpoint/2010/main" val="1265090629"/>
      </p:ext>
    </p:extLst>
  </p:cSld>
  <p:clrMapOvr>
    <a:masterClrMapping/>
  </p:clrMapOvr>
  <mc:AlternateContent xmlns:mc="http://schemas.openxmlformats.org/markup-compatibility/2006">
    <mc:Choice xmlns:p14="http://schemas.microsoft.com/office/powerpoint/2010/main" Requires="p14">
      <p:transition spd="med" p14:dur="700" advTm="2000">
        <p:fade/>
      </p:transition>
    </mc:Choice>
    <mc:Fallback>
      <p:transition spd="med" advTm="2000">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F3E228-0DFB-EEF1-2338-3AD6B9EA92A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C3BEDB9C-78AC-CAD6-9DEC-DD7DD284558F}"/>
              </a:ext>
            </a:extLst>
          </p:cNvPr>
          <p:cNvSpPr txBox="1"/>
          <p:nvPr/>
        </p:nvSpPr>
        <p:spPr>
          <a:xfrm>
            <a:off x="5108642" y="583660"/>
            <a:ext cx="1974716" cy="338554"/>
          </a:xfrm>
          <a:prstGeom prst="rect">
            <a:avLst/>
          </a:prstGeom>
          <a:solidFill>
            <a:srgbClr val="00B050"/>
          </a:solidFill>
        </p:spPr>
        <p:txBody>
          <a:bodyPr wrap="square" rtlCol="0">
            <a:spAutoFit/>
          </a:bodyPr>
          <a:lstStyle/>
          <a:p>
            <a:pPr algn="ctr"/>
            <a:r>
              <a:rPr lang="en-US" sz="1600" b="1" dirty="0"/>
              <a:t>ENGLISH</a:t>
            </a:r>
            <a:endParaRPr lang="nl-BE" sz="1600" dirty="0"/>
          </a:p>
        </p:txBody>
      </p:sp>
      <p:sp>
        <p:nvSpPr>
          <p:cNvPr id="9" name="TextBox 8">
            <a:extLst>
              <a:ext uri="{FF2B5EF4-FFF2-40B4-BE49-F238E27FC236}">
                <a16:creationId xmlns:a16="http://schemas.microsoft.com/office/drawing/2014/main" id="{896AE75D-6FB0-0CE2-7060-2DE8ECBECE3C}"/>
              </a:ext>
            </a:extLst>
          </p:cNvPr>
          <p:cNvSpPr txBox="1"/>
          <p:nvPr/>
        </p:nvSpPr>
        <p:spPr>
          <a:xfrm>
            <a:off x="906294" y="2035371"/>
            <a:ext cx="10379413" cy="3046988"/>
          </a:xfrm>
          <a:prstGeom prst="rect">
            <a:avLst/>
          </a:prstGeom>
          <a:noFill/>
        </p:spPr>
        <p:txBody>
          <a:bodyPr wrap="square" rtlCol="0">
            <a:spAutoFit/>
          </a:bodyPr>
          <a:lstStyle/>
          <a:p>
            <a:r>
              <a:rPr lang="en-US" sz="2400" dirty="0"/>
              <a:t>A group of people had gathered in a house. They were sitting and chatting. At that moment, the Prophet Muhammad entered. Everyone stood up to greet him. The Prophet asked them to sit down, and they all sat down. One young man remained standing. The Prophet asked him again to sit down. The young man remained standing. They hissed at him: “Sit down, we’re telling you. Does the Prophet’s word mean nothing to you?” Then the Prophet Muhammad said:</a:t>
            </a:r>
          </a:p>
          <a:p>
            <a:r>
              <a:rPr lang="en-US" sz="2400" dirty="0"/>
              <a:t>- Do not offend the young man. The nobility ingrained in his soul is stronger than my words.</a:t>
            </a:r>
            <a:endParaRPr lang="nl-BE" sz="2400" dirty="0"/>
          </a:p>
        </p:txBody>
      </p:sp>
      <p:sp>
        <p:nvSpPr>
          <p:cNvPr id="2" name="Title 1">
            <a:extLst>
              <a:ext uri="{FF2B5EF4-FFF2-40B4-BE49-F238E27FC236}">
                <a16:creationId xmlns:a16="http://schemas.microsoft.com/office/drawing/2014/main" id="{FC9D6F66-8A53-46AC-84C3-415E9E7A949F}"/>
              </a:ext>
            </a:extLst>
          </p:cNvPr>
          <p:cNvSpPr txBox="1">
            <a:spLocks noGrp="1"/>
          </p:cNvSpPr>
          <p:nvPr>
            <p:ph type="title" idx="4294967295"/>
          </p:nvPr>
        </p:nvSpPr>
        <p:spPr>
          <a:xfrm>
            <a:off x="1894114" y="1332415"/>
            <a:ext cx="7968343" cy="461665"/>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ru-RU" sz="2400" b="1" i="0" u="none" strike="noStrike" kern="1200" cap="none" spc="0" normalizeH="0" baseline="0" noProof="0" dirty="0">
                <a:ln>
                  <a:noFill/>
                </a:ln>
                <a:solidFill>
                  <a:schemeClr val="tx1"/>
                </a:solidFill>
                <a:effectLst/>
                <a:uLnTx/>
                <a:uFillTx/>
                <a:latin typeface="+mn-lt"/>
                <a:ea typeface="+mn-ea"/>
                <a:cs typeface="+mn-cs"/>
              </a:rPr>
              <a:t>1</a:t>
            </a:r>
            <a:r>
              <a:rPr kumimoji="0" lang="en-US" sz="2400" b="1" i="0" u="none" strike="noStrike" kern="1200" cap="none" spc="0" normalizeH="0" baseline="0" noProof="0" dirty="0">
                <a:ln>
                  <a:noFill/>
                </a:ln>
                <a:solidFill>
                  <a:schemeClr val="tx1"/>
                </a:solidFill>
                <a:effectLst/>
                <a:uLnTx/>
                <a:uFillTx/>
                <a:latin typeface="+mn-lt"/>
                <a:ea typeface="+mn-ea"/>
                <a:cs typeface="+mn-cs"/>
              </a:rPr>
              <a:t>. His nobility speaks louder than my words</a:t>
            </a:r>
            <a:endParaRPr kumimoji="0" lang="nl-BE" sz="2400" b="0" i="0" u="none" strike="noStrike" kern="1200" cap="none" spc="0" normalizeH="0" baseline="0" noProof="0" dirty="0">
              <a:ln>
                <a:noFill/>
              </a:ln>
              <a:solidFill>
                <a:schemeClr val="tx1"/>
              </a:solidFill>
              <a:effectLst/>
              <a:uLnTx/>
              <a:uFillTx/>
              <a:latin typeface="+mn-lt"/>
              <a:ea typeface="+mn-ea"/>
              <a:cs typeface="+mn-cs"/>
            </a:endParaRPr>
          </a:p>
        </p:txBody>
      </p:sp>
    </p:spTree>
    <p:extLst>
      <p:ext uri="{BB962C8B-B14F-4D97-AF65-F5344CB8AC3E}">
        <p14:creationId xmlns:p14="http://schemas.microsoft.com/office/powerpoint/2010/main" val="3912258381"/>
      </p:ext>
    </p:extLst>
  </p:cSld>
  <p:clrMapOvr>
    <a:masterClrMapping/>
  </p:clrMapOvr>
  <mc:AlternateContent xmlns:mc="http://schemas.openxmlformats.org/markup-compatibility/2006">
    <mc:Choice xmlns:p14="http://schemas.microsoft.com/office/powerpoint/2010/main" Requires="p14">
      <p:transition spd="med" p14:dur="700" advTm="2000">
        <p:fade/>
      </p:transition>
    </mc:Choice>
    <mc:Fallback>
      <p:transition spd="med" advTm="2000">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AD386A-E652-F092-4302-9A5564B64EE6}"/>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93E2E525-A17F-4826-347D-F47A09EB0F54}"/>
              </a:ext>
            </a:extLst>
          </p:cNvPr>
          <p:cNvSpPr txBox="1"/>
          <p:nvPr/>
        </p:nvSpPr>
        <p:spPr>
          <a:xfrm>
            <a:off x="906294" y="2090006"/>
            <a:ext cx="10379413" cy="3323987"/>
          </a:xfrm>
          <a:prstGeom prst="rect">
            <a:avLst/>
          </a:prstGeom>
          <a:noFill/>
        </p:spPr>
        <p:txBody>
          <a:bodyPr wrap="square" rtlCol="0">
            <a:spAutoFit/>
          </a:bodyPr>
          <a:lstStyle/>
          <a:p>
            <a:r>
              <a:rPr lang="ru-RU" sz="2400" dirty="0"/>
              <a:t>Гулбелла нах бохкучу цӀен чохь Мохьмад-пайхмар (Делера салам-маршал хуьлда цунна) чуваьлча, </a:t>
            </a:r>
            <a:r>
              <a:rPr lang="ce-Cyrl-RU" sz="2400" dirty="0"/>
              <a:t>берриш</a:t>
            </a:r>
            <a:r>
              <a:rPr lang="ru-RU" sz="2400" dirty="0"/>
              <a:t> гӀеттина. Пайхамаро охьаховша а аьлла, уьш охьахевшича, цхьа жима стаг лаьтташ висна. Пайхамаро шозлагӀа а аьлла цуьнга, охьахаа. ТӀаккха а хиъна вац. Пайхамаро бохург хӀунда дац ахьа, охьахаа боху хьоьга, олуш, бехкаш даха нах болабелча, Мохьмад-пайхамаро (Делера салам-маршал хуьлда цунна) аьлла:</a:t>
            </a:r>
          </a:p>
          <a:p>
            <a:endParaRPr lang="ru-RU" sz="2400" dirty="0"/>
          </a:p>
          <a:p>
            <a:r>
              <a:rPr lang="ru-RU" sz="2400" dirty="0"/>
              <a:t>“Бехкаш ма даха цунах. Сан дашал чӀогӀах йу цуьнан сих йоллу оьздангалла”.</a:t>
            </a:r>
          </a:p>
          <a:p>
            <a:pPr algn="ctr"/>
            <a:endParaRPr lang="ru-RU" b="1" dirty="0"/>
          </a:p>
        </p:txBody>
      </p:sp>
      <p:sp>
        <p:nvSpPr>
          <p:cNvPr id="5" name="TextBox 4">
            <a:extLst>
              <a:ext uri="{FF2B5EF4-FFF2-40B4-BE49-F238E27FC236}">
                <a16:creationId xmlns:a16="http://schemas.microsoft.com/office/drawing/2014/main" id="{B62501EA-A4E5-78D0-3E04-F3E2BF5DAC77}"/>
              </a:ext>
            </a:extLst>
          </p:cNvPr>
          <p:cNvSpPr txBox="1"/>
          <p:nvPr/>
        </p:nvSpPr>
        <p:spPr>
          <a:xfrm>
            <a:off x="5108642" y="583660"/>
            <a:ext cx="1974716" cy="369332"/>
          </a:xfrm>
          <a:prstGeom prst="rect">
            <a:avLst/>
          </a:prstGeom>
          <a:solidFill>
            <a:srgbClr val="00B050"/>
          </a:solidFill>
        </p:spPr>
        <p:txBody>
          <a:bodyPr wrap="square" rtlCol="0">
            <a:spAutoFit/>
          </a:bodyPr>
          <a:lstStyle/>
          <a:p>
            <a:pPr algn="ctr"/>
            <a:r>
              <a:rPr lang="ce-Cyrl-RU" b="1" dirty="0"/>
              <a:t>НОХЧИЙН</a:t>
            </a:r>
            <a:endParaRPr lang="nl-BE" dirty="0"/>
          </a:p>
        </p:txBody>
      </p:sp>
      <p:sp>
        <p:nvSpPr>
          <p:cNvPr id="2" name="Title 1">
            <a:extLst>
              <a:ext uri="{FF2B5EF4-FFF2-40B4-BE49-F238E27FC236}">
                <a16:creationId xmlns:a16="http://schemas.microsoft.com/office/drawing/2014/main" id="{FA938F8D-88FC-1422-D03E-F577C0401877}"/>
              </a:ext>
            </a:extLst>
          </p:cNvPr>
          <p:cNvSpPr txBox="1">
            <a:spLocks noGrp="1"/>
          </p:cNvSpPr>
          <p:nvPr>
            <p:ph type="title" idx="4294967295"/>
          </p:nvPr>
        </p:nvSpPr>
        <p:spPr>
          <a:xfrm>
            <a:off x="2817223" y="1306286"/>
            <a:ext cx="6557554" cy="461665"/>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chemeClr val="tx1"/>
                </a:solidFill>
                <a:effectLst/>
                <a:uLnTx/>
                <a:uFillTx/>
                <a:latin typeface="+mn-lt"/>
                <a:ea typeface="+mn-ea"/>
                <a:cs typeface="+mn-cs"/>
              </a:rPr>
              <a:t>1. </a:t>
            </a:r>
            <a:r>
              <a:rPr kumimoji="0" lang="ru-RU" sz="2400" b="1" i="0" u="none" strike="noStrike" kern="1200" cap="none" spc="0" normalizeH="0" baseline="0" noProof="0" dirty="0">
                <a:ln>
                  <a:noFill/>
                </a:ln>
                <a:solidFill>
                  <a:schemeClr val="tx1"/>
                </a:solidFill>
                <a:effectLst/>
                <a:uLnTx/>
                <a:uFillTx/>
                <a:latin typeface="+mn-lt"/>
                <a:ea typeface="+mn-ea"/>
                <a:cs typeface="+mn-cs"/>
              </a:rPr>
              <a:t>Сан дашал ч</a:t>
            </a:r>
            <a:r>
              <a:rPr kumimoji="0" lang="en-US" sz="2400" b="1" i="0" u="none" strike="noStrike" kern="1200" cap="none" spc="0" normalizeH="0" baseline="0" noProof="0" dirty="0">
                <a:ln>
                  <a:noFill/>
                </a:ln>
                <a:solidFill>
                  <a:schemeClr val="tx1"/>
                </a:solidFill>
                <a:effectLst/>
                <a:uLnTx/>
                <a:uFillTx/>
                <a:latin typeface="+mn-lt"/>
                <a:ea typeface="+mn-ea"/>
                <a:cs typeface="+mn-cs"/>
              </a:rPr>
              <a:t>I</a:t>
            </a:r>
            <a:r>
              <a:rPr kumimoji="0" lang="ru-RU" sz="2400" b="1" i="0" u="none" strike="noStrike" kern="1200" cap="none" spc="0" normalizeH="0" baseline="0" noProof="0" dirty="0">
                <a:ln>
                  <a:noFill/>
                </a:ln>
                <a:solidFill>
                  <a:schemeClr val="tx1"/>
                </a:solidFill>
                <a:effectLst/>
                <a:uLnTx/>
                <a:uFillTx/>
                <a:latin typeface="+mn-lt"/>
                <a:ea typeface="+mn-ea"/>
                <a:cs typeface="+mn-cs"/>
              </a:rPr>
              <a:t>ог</a:t>
            </a:r>
            <a:r>
              <a:rPr kumimoji="0" lang="en-US" sz="2400" b="1" i="0" u="none" strike="noStrike" kern="1200" cap="none" spc="0" normalizeH="0" baseline="0" noProof="0" dirty="0">
                <a:ln>
                  <a:noFill/>
                </a:ln>
                <a:solidFill>
                  <a:schemeClr val="tx1"/>
                </a:solidFill>
                <a:effectLst/>
                <a:uLnTx/>
                <a:uFillTx/>
                <a:latin typeface="+mn-lt"/>
                <a:ea typeface="+mn-ea"/>
                <a:cs typeface="+mn-cs"/>
              </a:rPr>
              <a:t>I</a:t>
            </a:r>
            <a:r>
              <a:rPr kumimoji="0" lang="ru-RU" sz="2400" b="1" i="0" u="none" strike="noStrike" kern="1200" cap="none" spc="0" normalizeH="0" baseline="0" noProof="0" dirty="0">
                <a:ln>
                  <a:noFill/>
                </a:ln>
                <a:solidFill>
                  <a:schemeClr val="tx1"/>
                </a:solidFill>
                <a:effectLst/>
                <a:uLnTx/>
                <a:uFillTx/>
                <a:latin typeface="+mn-lt"/>
                <a:ea typeface="+mn-ea"/>
                <a:cs typeface="+mn-cs"/>
              </a:rPr>
              <a:t>ах йу цуьнан оьздангалла</a:t>
            </a:r>
            <a:endParaRPr kumimoji="0" lang="nl-BE" sz="2400" b="0" i="0" u="none" strike="noStrike" kern="1200" cap="none" spc="0" normalizeH="0" baseline="0" noProof="0" dirty="0">
              <a:ln>
                <a:noFill/>
              </a:ln>
              <a:solidFill>
                <a:schemeClr val="tx1"/>
              </a:solidFill>
              <a:effectLst/>
              <a:uLnTx/>
              <a:uFillTx/>
              <a:latin typeface="+mn-lt"/>
              <a:ea typeface="+mn-ea"/>
              <a:cs typeface="+mn-cs"/>
            </a:endParaRPr>
          </a:p>
        </p:txBody>
      </p:sp>
    </p:spTree>
    <p:extLst>
      <p:ext uri="{BB962C8B-B14F-4D97-AF65-F5344CB8AC3E}">
        <p14:creationId xmlns:p14="http://schemas.microsoft.com/office/powerpoint/2010/main" val="4293172063"/>
      </p:ext>
    </p:extLst>
  </p:cSld>
  <p:clrMapOvr>
    <a:masterClrMapping/>
  </p:clrMapOvr>
  <mc:AlternateContent xmlns:mc="http://schemas.openxmlformats.org/markup-compatibility/2006">
    <mc:Choice xmlns:p14="http://schemas.microsoft.com/office/powerpoint/2010/main" Requires="p14">
      <p:transition spd="med" p14:dur="700" advTm="2000">
        <p:fade/>
      </p:transition>
    </mc:Choice>
    <mc:Fallback>
      <p:transition spd="med" advTm="2000">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DD79A5-B4FF-B41C-F4E9-DF9BF7B6EE8E}"/>
              </a:ext>
            </a:extLst>
          </p:cNvPr>
          <p:cNvSpPr>
            <a:spLocks noGrp="1"/>
          </p:cNvSpPr>
          <p:nvPr>
            <p:ph type="title"/>
          </p:nvPr>
        </p:nvSpPr>
        <p:spPr>
          <a:xfrm>
            <a:off x="5085353" y="564374"/>
            <a:ext cx="2021294" cy="580936"/>
          </a:xfrm>
        </p:spPr>
        <p:txBody>
          <a:bodyPr>
            <a:normAutofit/>
          </a:bodyPr>
          <a:lstStyle/>
          <a:p>
            <a:r>
              <a:rPr lang="ce-Cyrl-RU" dirty="0"/>
              <a:t>Лексика</a:t>
            </a:r>
            <a:endParaRPr lang="nl-BE" dirty="0"/>
          </a:p>
        </p:txBody>
      </p:sp>
      <p:sp>
        <p:nvSpPr>
          <p:cNvPr id="3" name="TextBox 2">
            <a:extLst>
              <a:ext uri="{FF2B5EF4-FFF2-40B4-BE49-F238E27FC236}">
                <a16:creationId xmlns:a16="http://schemas.microsoft.com/office/drawing/2014/main" id="{CA79155C-CF26-7137-7DDB-1E5F0CAF8B18}"/>
              </a:ext>
            </a:extLst>
          </p:cNvPr>
          <p:cNvSpPr txBox="1"/>
          <p:nvPr/>
        </p:nvSpPr>
        <p:spPr>
          <a:xfrm>
            <a:off x="450477" y="1951979"/>
            <a:ext cx="7953936" cy="3785652"/>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ea typeface="+mn-ea"/>
                <a:cs typeface="+mn-cs"/>
              </a:rPr>
              <a:t>Гулбенна нах багӀача цӀагӀа Мохьмад-пайхамар чуваьлча, берригаш гӀайттаб. </a:t>
            </a:r>
            <a:endParaRPr kumimoji="0" lang="ce-Cyrl-RU" sz="2400" b="0" i="0" u="none" strike="noStrike" kern="1200" cap="none" spc="0" normalizeH="0" baseline="0" noProof="0" dirty="0">
              <a:ln>
                <a:noFill/>
              </a:ln>
              <a:solidFill>
                <a:prstClr val="black"/>
              </a:solidFill>
              <a:effectLst/>
              <a:uLnTx/>
              <a:uFillTx/>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ea typeface="+mn-ea"/>
                <a:cs typeface="+mn-cs"/>
              </a:rPr>
              <a:t>Пайхамара Ӏоха а аьнна, уж Ӏохайшача, цхьа зӀамига саг </a:t>
            </a:r>
            <a:r>
              <a:rPr kumimoji="0" lang="ru-RU" sz="2400" b="0" i="1" u="none" strike="noStrike" kern="1200" cap="none" spc="0" normalizeH="0" baseline="0" noProof="0" dirty="0">
                <a:ln>
                  <a:noFill/>
                </a:ln>
                <a:solidFill>
                  <a:prstClr val="black"/>
                </a:solidFill>
                <a:effectLst/>
                <a:uLnTx/>
                <a:uFillTx/>
                <a:ea typeface="+mn-ea"/>
                <a:cs typeface="+mn-cs"/>
              </a:rPr>
              <a:t>латт</a:t>
            </a:r>
            <a:r>
              <a:rPr kumimoji="0" lang="ce-Cyrl-RU" sz="2400" b="0" i="1" u="none" strike="noStrike" kern="1200" cap="none" spc="0" normalizeH="0" baseline="0" noProof="0" dirty="0">
                <a:ln>
                  <a:noFill/>
                </a:ln>
                <a:solidFill>
                  <a:prstClr val="black"/>
                </a:solidFill>
                <a:effectLst/>
                <a:uLnTx/>
                <a:uFillTx/>
                <a:ea typeface="+mn-ea"/>
                <a:cs typeface="+mn-cs"/>
              </a:rPr>
              <a:t>а в</a:t>
            </a:r>
            <a:r>
              <a:rPr kumimoji="0" lang="ru-RU" sz="2400" b="0" i="1" u="none" strike="noStrike" kern="1200" cap="none" spc="0" normalizeH="0" baseline="0" noProof="0" dirty="0">
                <a:ln>
                  <a:noFill/>
                </a:ln>
                <a:solidFill>
                  <a:prstClr val="black"/>
                </a:solidFill>
                <a:effectLst/>
                <a:uLnTx/>
                <a:uFillTx/>
                <a:ea typeface="+mn-ea"/>
                <a:cs typeface="+mn-cs"/>
              </a:rPr>
              <a:t>исав</a:t>
            </a:r>
            <a:r>
              <a:rPr kumimoji="0" lang="ru-RU" sz="2400" b="0" i="0" u="none" strike="noStrike" kern="1200" cap="none" spc="0" normalizeH="0" baseline="0" noProof="0" dirty="0">
                <a:ln>
                  <a:noFill/>
                </a:ln>
                <a:solidFill>
                  <a:prstClr val="black"/>
                </a:solidFill>
                <a:effectLst/>
                <a:uLnTx/>
                <a:uFillTx/>
                <a:ea typeface="+mn-ea"/>
                <a:cs typeface="+mn-cs"/>
              </a:rPr>
              <a:t>. </a:t>
            </a:r>
            <a:endParaRPr kumimoji="0" lang="ce-Cyrl-RU" sz="2400" b="0" i="0" u="none" strike="noStrike" kern="1200" cap="none" spc="0" normalizeH="0" baseline="0" noProof="0" dirty="0">
              <a:ln>
                <a:noFill/>
              </a:ln>
              <a:solidFill>
                <a:prstClr val="black"/>
              </a:solidFill>
              <a:effectLst/>
              <a:uLnTx/>
              <a:uFillTx/>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ea typeface="+mn-ea"/>
                <a:cs typeface="+mn-cs"/>
              </a:rPr>
              <a:t>Пайхамара шозлагӀа а а</a:t>
            </a:r>
            <a:r>
              <a:rPr kumimoji="0" lang="ce-Cyrl-RU" sz="2400" b="0" i="0" u="none" strike="noStrike" kern="1200" cap="none" spc="0" normalizeH="0" baseline="0" noProof="0" dirty="0">
                <a:ln>
                  <a:noFill/>
                </a:ln>
                <a:solidFill>
                  <a:prstClr val="black"/>
                </a:solidFill>
                <a:effectLst/>
                <a:uLnTx/>
                <a:uFillTx/>
                <a:ea typeface="+mn-ea"/>
                <a:cs typeface="+mn-cs"/>
              </a:rPr>
              <a:t>ь</a:t>
            </a:r>
            <a:r>
              <a:rPr kumimoji="0" lang="ru-RU" sz="2400" b="0" i="0" u="none" strike="noStrike" kern="1200" cap="none" spc="0" normalizeH="0" baseline="0" noProof="0" dirty="0">
                <a:ln>
                  <a:noFill/>
                </a:ln>
                <a:solidFill>
                  <a:prstClr val="black"/>
                </a:solidFill>
                <a:effectLst/>
                <a:uLnTx/>
                <a:uFillTx/>
                <a:ea typeface="+mn-ea"/>
                <a:cs typeface="+mn-cs"/>
              </a:rPr>
              <a:t>ннад цунга, Ӏоха. </a:t>
            </a:r>
            <a:endParaRPr kumimoji="0" lang="ce-Cyrl-RU" sz="2400" b="0" i="0" u="none" strike="noStrike" kern="1200" cap="none" spc="0" normalizeH="0" baseline="0" noProof="0" dirty="0">
              <a:ln>
                <a:noFill/>
              </a:ln>
              <a:solidFill>
                <a:prstClr val="black"/>
              </a:solidFill>
              <a:effectLst/>
              <a:uLnTx/>
              <a:uFillTx/>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ea typeface="+mn-ea"/>
                <a:cs typeface="+mn-cs"/>
              </a:rPr>
              <a:t>ТӀаккха а хайнавац. </a:t>
            </a:r>
            <a:endParaRPr kumimoji="0" lang="ce-Cyrl-RU" sz="2400" b="0" i="0" u="none" strike="noStrike" kern="1200" cap="none" spc="0" normalizeH="0" baseline="0" noProof="0" dirty="0">
              <a:ln>
                <a:noFill/>
              </a:ln>
              <a:solidFill>
                <a:prstClr val="black"/>
              </a:solidFill>
              <a:effectLst/>
              <a:uLnTx/>
              <a:uFillTx/>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ea typeface="+mn-ea"/>
                <a:cs typeface="+mn-cs"/>
              </a:rPr>
              <a:t>Пайхамара яхар хӀана дац Ӏа, Ӏоха ях хьога, оалаш, бехкаш даха нах болабелча, Мохьмад-пайхамара аьннад:</a:t>
            </a:r>
            <a:endParaRPr lang="ce-Cyrl-RU" sz="2400" dirty="0">
              <a:solidFill>
                <a:prstClr val="black"/>
              </a:solidFill>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ea typeface="+mn-ea"/>
                <a:cs typeface="+mn-cs"/>
              </a:rPr>
              <a:t>- Бехкаш ма даха цох. Са дешал чӀоагӀагӀа да цун сих доалла эздел.</a:t>
            </a:r>
            <a:endParaRPr kumimoji="0" lang="nl-BE" sz="2400" b="0" i="0" u="none" strike="noStrike" kern="1200" cap="none" spc="0" normalizeH="0" baseline="0" noProof="0" dirty="0">
              <a:ln>
                <a:noFill/>
              </a:ln>
              <a:solidFill>
                <a:prstClr val="black"/>
              </a:solidFill>
              <a:effectLst/>
              <a:uLnTx/>
              <a:uFillTx/>
              <a:latin typeface="Gill Sans MT" panose="020B0502020104020203"/>
              <a:ea typeface="+mn-ea"/>
              <a:cs typeface="+mn-cs"/>
            </a:endParaRPr>
          </a:p>
        </p:txBody>
      </p:sp>
      <p:sp>
        <p:nvSpPr>
          <p:cNvPr id="4" name="TextBox 3">
            <a:extLst>
              <a:ext uri="{FF2B5EF4-FFF2-40B4-BE49-F238E27FC236}">
                <a16:creationId xmlns:a16="http://schemas.microsoft.com/office/drawing/2014/main" id="{7F77DCDC-5205-92F6-7AED-35748EF0811E}"/>
              </a:ext>
            </a:extLst>
          </p:cNvPr>
          <p:cNvSpPr txBox="1"/>
          <p:nvPr/>
        </p:nvSpPr>
        <p:spPr>
          <a:xfrm>
            <a:off x="3722034" y="1317812"/>
            <a:ext cx="4747932" cy="461665"/>
          </a:xfrm>
          <a:prstGeom prst="rect">
            <a:avLst/>
          </a:prstGeom>
          <a:noFill/>
        </p:spPr>
        <p:txBody>
          <a:bodyPr wrap="square" rtlCol="0">
            <a:spAutoFit/>
          </a:bodyPr>
          <a:lstStyle/>
          <a:p>
            <a:pPr algn="ctr"/>
            <a:r>
              <a:rPr lang="ce-Cyrl-RU" sz="2400" b="1" dirty="0"/>
              <a:t>Са дешал ч1ог1аг1 да цун эздел</a:t>
            </a:r>
            <a:endParaRPr lang="nl-BE" sz="2400" b="1" dirty="0"/>
          </a:p>
        </p:txBody>
      </p:sp>
    </p:spTree>
    <p:custDataLst>
      <p:tags r:id="rId1"/>
    </p:custDataLst>
    <p:extLst>
      <p:ext uri="{BB962C8B-B14F-4D97-AF65-F5344CB8AC3E}">
        <p14:creationId xmlns:p14="http://schemas.microsoft.com/office/powerpoint/2010/main" val="2874198289"/>
      </p:ext>
    </p:extLst>
  </p:cSld>
  <p:clrMapOvr>
    <a:masterClrMapping/>
  </p:clrMapOvr>
  <mc:AlternateContent xmlns:mc="http://schemas.openxmlformats.org/markup-compatibility/2006" xmlns:p14="http://schemas.microsoft.com/office/powerpoint/2010/main">
    <mc:Choice Requires="p14">
      <p:transition spd="med" p14:dur="700" advTm="373661">
        <p:fade/>
      </p:transition>
    </mc:Choice>
    <mc:Fallback xmlns="">
      <p:transition spd="med" advTm="373661">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5" presetClass="emph" presetSubtype="0" grpId="0" nodeType="clickEffect">
                                  <p:stCondLst>
                                    <p:cond delay="0"/>
                                  </p:stCondLst>
                                  <p:endCondLst>
                                    <p:cond evt="onNext" delay="0">
                                      <p:tgtEl>
                                        <p:sldTgt/>
                                      </p:tgtEl>
                                    </p:cond>
                                  </p:endCondLst>
                                  <p:childTnLst>
                                    <p:set>
                                      <p:cBhvr override="childStyle">
                                        <p:cTn id="6" dur="indefinite"/>
                                        <p:tgtEl>
                                          <p:spTgt spid="3">
                                            <p:txEl>
                                              <p:pRg st="0" end="0"/>
                                            </p:txEl>
                                          </p:spTgt>
                                        </p:tgtEl>
                                        <p:attrNameLst>
                                          <p:attrName>style.fontWeight</p:attrName>
                                        </p:attrNameLst>
                                      </p:cBhvr>
                                      <p:to>
                                        <p:strVal val="bold"/>
                                      </p:to>
                                    </p:set>
                                  </p:childTnLst>
                                </p:cTn>
                              </p:par>
                            </p:childTnLst>
                          </p:cTn>
                        </p:par>
                      </p:childTnLst>
                    </p:cTn>
                  </p:par>
                  <p:par>
                    <p:cTn id="7" fill="hold">
                      <p:stCondLst>
                        <p:cond delay="indefinite"/>
                      </p:stCondLst>
                      <p:childTnLst>
                        <p:par>
                          <p:cTn id="8" fill="hold">
                            <p:stCondLst>
                              <p:cond delay="0"/>
                            </p:stCondLst>
                            <p:childTnLst>
                              <p:par>
                                <p:cTn id="9" presetID="15" presetClass="emph" presetSubtype="0" grpId="0" nodeType="clickEffect">
                                  <p:stCondLst>
                                    <p:cond delay="0"/>
                                  </p:stCondLst>
                                  <p:endCondLst>
                                    <p:cond evt="onNext" delay="0">
                                      <p:tgtEl>
                                        <p:sldTgt/>
                                      </p:tgtEl>
                                    </p:cond>
                                  </p:endCondLst>
                                  <p:childTnLst>
                                    <p:set>
                                      <p:cBhvr override="childStyle">
                                        <p:cTn id="10" dur="indefinite"/>
                                        <p:tgtEl>
                                          <p:spTgt spid="3">
                                            <p:txEl>
                                              <p:pRg st="1" end="1"/>
                                            </p:txEl>
                                          </p:spTgt>
                                        </p:tgtEl>
                                        <p:attrNameLst>
                                          <p:attrName>style.fontWeight</p:attrName>
                                        </p:attrNameLst>
                                      </p:cBhvr>
                                      <p:to>
                                        <p:strVal val="bold"/>
                                      </p:to>
                                    </p:set>
                                  </p:childTnLst>
                                </p:cTn>
                              </p:par>
                            </p:childTnLst>
                          </p:cTn>
                        </p:par>
                      </p:childTnLst>
                    </p:cTn>
                  </p:par>
                  <p:par>
                    <p:cTn id="11" fill="hold">
                      <p:stCondLst>
                        <p:cond delay="indefinite"/>
                      </p:stCondLst>
                      <p:childTnLst>
                        <p:par>
                          <p:cTn id="12" fill="hold">
                            <p:stCondLst>
                              <p:cond delay="0"/>
                            </p:stCondLst>
                            <p:childTnLst>
                              <p:par>
                                <p:cTn id="13" presetID="15" presetClass="emph" presetSubtype="0" grpId="0" nodeType="clickEffect">
                                  <p:stCondLst>
                                    <p:cond delay="0"/>
                                  </p:stCondLst>
                                  <p:endCondLst>
                                    <p:cond evt="onNext" delay="0">
                                      <p:tgtEl>
                                        <p:sldTgt/>
                                      </p:tgtEl>
                                    </p:cond>
                                  </p:endCondLst>
                                  <p:childTnLst>
                                    <p:set>
                                      <p:cBhvr override="childStyle">
                                        <p:cTn id="14" dur="indefinite"/>
                                        <p:tgtEl>
                                          <p:spTgt spid="3">
                                            <p:txEl>
                                              <p:pRg st="2" end="2"/>
                                            </p:txEl>
                                          </p:spTgt>
                                        </p:tgtEl>
                                        <p:attrNameLst>
                                          <p:attrName>style.fontWeight</p:attrName>
                                        </p:attrNameLst>
                                      </p:cBhvr>
                                      <p:to>
                                        <p:strVal val="bold"/>
                                      </p:to>
                                    </p:set>
                                  </p:childTnLst>
                                </p:cTn>
                              </p:par>
                            </p:childTnLst>
                          </p:cTn>
                        </p:par>
                      </p:childTnLst>
                    </p:cTn>
                  </p:par>
                  <p:par>
                    <p:cTn id="15" fill="hold">
                      <p:stCondLst>
                        <p:cond delay="indefinite"/>
                      </p:stCondLst>
                      <p:childTnLst>
                        <p:par>
                          <p:cTn id="16" fill="hold">
                            <p:stCondLst>
                              <p:cond delay="0"/>
                            </p:stCondLst>
                            <p:childTnLst>
                              <p:par>
                                <p:cTn id="17" presetID="15" presetClass="emph" presetSubtype="0" grpId="0" nodeType="clickEffect">
                                  <p:stCondLst>
                                    <p:cond delay="0"/>
                                  </p:stCondLst>
                                  <p:endCondLst>
                                    <p:cond evt="onNext" delay="0">
                                      <p:tgtEl>
                                        <p:sldTgt/>
                                      </p:tgtEl>
                                    </p:cond>
                                  </p:endCondLst>
                                  <p:childTnLst>
                                    <p:set>
                                      <p:cBhvr override="childStyle">
                                        <p:cTn id="18" dur="indefinite"/>
                                        <p:tgtEl>
                                          <p:spTgt spid="3">
                                            <p:txEl>
                                              <p:pRg st="3" end="3"/>
                                            </p:txEl>
                                          </p:spTgt>
                                        </p:tgtEl>
                                        <p:attrNameLst>
                                          <p:attrName>style.fontWeight</p:attrName>
                                        </p:attrNameLst>
                                      </p:cBhvr>
                                      <p:to>
                                        <p:strVal val="bold"/>
                                      </p:to>
                                    </p:set>
                                  </p:childTnLst>
                                </p:cTn>
                              </p:par>
                            </p:childTnLst>
                          </p:cTn>
                        </p:par>
                      </p:childTnLst>
                    </p:cTn>
                  </p:par>
                  <p:par>
                    <p:cTn id="19" fill="hold">
                      <p:stCondLst>
                        <p:cond delay="indefinite"/>
                      </p:stCondLst>
                      <p:childTnLst>
                        <p:par>
                          <p:cTn id="20" fill="hold">
                            <p:stCondLst>
                              <p:cond delay="0"/>
                            </p:stCondLst>
                            <p:childTnLst>
                              <p:par>
                                <p:cTn id="21" presetID="15" presetClass="emph" presetSubtype="0" grpId="0" nodeType="clickEffect">
                                  <p:stCondLst>
                                    <p:cond delay="0"/>
                                  </p:stCondLst>
                                  <p:endCondLst>
                                    <p:cond evt="onNext" delay="0">
                                      <p:tgtEl>
                                        <p:sldTgt/>
                                      </p:tgtEl>
                                    </p:cond>
                                  </p:endCondLst>
                                  <p:childTnLst>
                                    <p:set>
                                      <p:cBhvr override="childStyle">
                                        <p:cTn id="22" dur="indefinite"/>
                                        <p:tgtEl>
                                          <p:spTgt spid="3">
                                            <p:txEl>
                                              <p:pRg st="4" end="4"/>
                                            </p:txEl>
                                          </p:spTgt>
                                        </p:tgtEl>
                                        <p:attrNameLst>
                                          <p:attrName>style.fontWeight</p:attrName>
                                        </p:attrNameLst>
                                      </p:cBhvr>
                                      <p:to>
                                        <p:strVal val="bold"/>
                                      </p:to>
                                    </p:set>
                                  </p:childTnLst>
                                </p:cTn>
                              </p:par>
                            </p:childTnLst>
                          </p:cTn>
                        </p:par>
                      </p:childTnLst>
                    </p:cTn>
                  </p:par>
                  <p:par>
                    <p:cTn id="23" fill="hold">
                      <p:stCondLst>
                        <p:cond delay="indefinite"/>
                      </p:stCondLst>
                      <p:childTnLst>
                        <p:par>
                          <p:cTn id="24" fill="hold">
                            <p:stCondLst>
                              <p:cond delay="0"/>
                            </p:stCondLst>
                            <p:childTnLst>
                              <p:par>
                                <p:cTn id="25" presetID="15" presetClass="emph" presetSubtype="0" grpId="0" nodeType="clickEffect">
                                  <p:stCondLst>
                                    <p:cond delay="0"/>
                                  </p:stCondLst>
                                  <p:endCondLst>
                                    <p:cond evt="onNext" delay="0">
                                      <p:tgtEl>
                                        <p:sldTgt/>
                                      </p:tgtEl>
                                    </p:cond>
                                  </p:endCondLst>
                                  <p:childTnLst>
                                    <p:set>
                                      <p:cBhvr override="childStyle">
                                        <p:cTn id="26" dur="indefinite"/>
                                        <p:tgtEl>
                                          <p:spTgt spid="3">
                                            <p:txEl>
                                              <p:pRg st="5" end="5"/>
                                            </p:txEl>
                                          </p:spTgt>
                                        </p:tgtEl>
                                        <p:attrNameLst>
                                          <p:attrName>style.fontWeight</p:attrName>
                                        </p:attrNameLst>
                                      </p:cBhvr>
                                      <p:to>
                                        <p:strVal val="bold"/>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51C3D7-8F43-C664-6847-4DA52E5AA58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8987B4-C964-B0CD-00E2-2CCAC2768F8D}"/>
              </a:ext>
            </a:extLst>
          </p:cNvPr>
          <p:cNvSpPr>
            <a:spLocks noGrp="1"/>
          </p:cNvSpPr>
          <p:nvPr>
            <p:ph type="title"/>
          </p:nvPr>
        </p:nvSpPr>
        <p:spPr>
          <a:xfrm>
            <a:off x="2438400" y="221474"/>
            <a:ext cx="5043185" cy="489726"/>
          </a:xfrm>
        </p:spPr>
        <p:txBody>
          <a:bodyPr>
            <a:normAutofit fontScale="90000"/>
          </a:bodyPr>
          <a:lstStyle/>
          <a:p>
            <a:r>
              <a:rPr lang="ru-RU" dirty="0"/>
              <a:t>Г</a:t>
            </a:r>
            <a:r>
              <a:rPr lang="ce-Cyrl-RU" dirty="0"/>
              <a:t>рамматика : АЛФАВИТ</a:t>
            </a:r>
            <a:endParaRPr lang="nl-BE" dirty="0"/>
          </a:p>
        </p:txBody>
      </p:sp>
      <p:sp>
        <p:nvSpPr>
          <p:cNvPr id="9" name="TextBox 8">
            <a:extLst>
              <a:ext uri="{FF2B5EF4-FFF2-40B4-BE49-F238E27FC236}">
                <a16:creationId xmlns:a16="http://schemas.microsoft.com/office/drawing/2014/main" id="{1923BAD7-7A9D-C3E8-1310-252346763A0D}"/>
              </a:ext>
            </a:extLst>
          </p:cNvPr>
          <p:cNvSpPr txBox="1"/>
          <p:nvPr/>
        </p:nvSpPr>
        <p:spPr>
          <a:xfrm>
            <a:off x="323851" y="895350"/>
            <a:ext cx="8928100" cy="5355312"/>
          </a:xfrm>
          <a:prstGeom prst="rect">
            <a:avLst/>
          </a:prstGeom>
          <a:noFill/>
        </p:spPr>
        <p:txBody>
          <a:bodyPr wrap="square" rtlCol="0">
            <a:spAutoFit/>
          </a:bodyPr>
          <a:lstStyle/>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Буквы, которых нет в русском :  </a:t>
            </a:r>
            <a:r>
              <a:rPr kumimoji="0" lang="ce-Cyrl-RU" sz="1800" b="0" i="1" u="none" strike="noStrike" kern="1200" cap="none" spc="0" normalizeH="0" baseline="0" noProof="0" dirty="0">
                <a:ln>
                  <a:noFill/>
                </a:ln>
                <a:solidFill>
                  <a:prstClr val="black"/>
                </a:solidFill>
                <a:effectLst/>
                <a:uLnTx/>
                <a:uFillTx/>
                <a:ea typeface="+mn-ea"/>
                <a:cs typeface="+mn-cs"/>
              </a:rPr>
              <a:t>аь,  яь,</a:t>
            </a:r>
            <a:r>
              <a:rPr kumimoji="0" lang="ce-Cyrl-RU" sz="1800" b="0" i="0" u="none" strike="noStrike" kern="1200" cap="none" spc="0" normalizeH="0" baseline="0" noProof="0" dirty="0">
                <a:ln>
                  <a:noFill/>
                </a:ln>
                <a:solidFill>
                  <a:prstClr val="black"/>
                </a:solidFill>
                <a:effectLst/>
                <a:uLnTx/>
                <a:uFillTx/>
                <a:ea typeface="+mn-ea"/>
                <a:cs typeface="+mn-cs"/>
              </a:rPr>
              <a:t>  </a:t>
            </a:r>
            <a:r>
              <a:rPr kumimoji="0" lang="ce-Cyrl-RU" sz="1800" b="0" i="1" u="none" strike="noStrike" kern="1200" cap="none" spc="0" normalizeH="0" baseline="0" noProof="0" dirty="0">
                <a:ln>
                  <a:noFill/>
                </a:ln>
                <a:solidFill>
                  <a:prstClr val="black"/>
                </a:solidFill>
                <a:effectLst/>
                <a:uLnTx/>
                <a:uFillTx/>
                <a:ea typeface="+mn-ea"/>
                <a:cs typeface="+mn-cs"/>
              </a:rPr>
              <a:t>г1, кх, къ, к1, п1, т1, хь, х1, ц1,  ч1, 1</a:t>
            </a:r>
            <a:endParaRPr kumimoji="0" lang="en-US" sz="1800" b="0" i="1" u="none" strike="noStrike" kern="1200" cap="none" spc="0" normalizeH="0" baseline="0" noProof="0" dirty="0">
              <a:ln>
                <a:noFill/>
              </a:ln>
              <a:solidFill>
                <a:prstClr val="black"/>
              </a:solidFill>
              <a:effectLst/>
              <a:uLnTx/>
              <a:uFillTx/>
              <a:latin typeface="Gill Sans MT" panose="020B0502020104020203"/>
              <a:ea typeface="+mn-ea"/>
              <a:cs typeface="+mn-cs"/>
            </a:endParaRP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Отсутствуют гласные </a:t>
            </a:r>
            <a:r>
              <a:rPr kumimoji="0" lang="ce-Cyrl-RU" sz="1800" b="0" i="1" u="none" strike="noStrike" kern="1200" cap="none" spc="0" normalizeH="0" baseline="0" noProof="0" dirty="0">
                <a:ln>
                  <a:noFill/>
                </a:ln>
                <a:solidFill>
                  <a:prstClr val="black"/>
                </a:solidFill>
                <a:effectLst/>
                <a:uLnTx/>
                <a:uFillTx/>
                <a:ea typeface="+mn-ea"/>
                <a:cs typeface="+mn-cs"/>
              </a:rPr>
              <a:t>оь, уь, юь, </a:t>
            </a:r>
            <a:r>
              <a:rPr kumimoji="0" lang="ce-Cyrl-RU" sz="1800" b="0" i="0" u="none" strike="noStrike" kern="1200" cap="none" spc="0" normalizeH="0" baseline="0" noProof="0" dirty="0">
                <a:ln>
                  <a:noFill/>
                </a:ln>
                <a:solidFill>
                  <a:prstClr val="black"/>
                </a:solidFill>
                <a:effectLst/>
                <a:uLnTx/>
                <a:uFillTx/>
                <a:ea typeface="+mn-ea"/>
                <a:cs typeface="+mn-cs"/>
              </a:rPr>
              <a:t>которые есть в чеченском;</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Присутствует дифтонг </a:t>
            </a:r>
            <a:r>
              <a:rPr kumimoji="0" lang="ce-Cyrl-RU" sz="1800" b="0" i="1" u="none" strike="noStrike" kern="1200" cap="none" spc="0" normalizeH="0" baseline="0" noProof="0" dirty="0">
                <a:ln>
                  <a:noFill/>
                </a:ln>
                <a:solidFill>
                  <a:prstClr val="black"/>
                </a:solidFill>
                <a:effectLst/>
                <a:uLnTx/>
                <a:uFillTx/>
                <a:ea typeface="+mn-ea"/>
                <a:cs typeface="+mn-cs"/>
              </a:rPr>
              <a:t>оа</a:t>
            </a:r>
            <a:r>
              <a:rPr kumimoji="0" lang="ce-Cyrl-RU" sz="1800" b="0" i="0" u="none" strike="noStrike" kern="1200" cap="none" spc="0" normalizeH="0" baseline="0" noProof="0" dirty="0">
                <a:ln>
                  <a:noFill/>
                </a:ln>
                <a:solidFill>
                  <a:prstClr val="black"/>
                </a:solidFill>
                <a:effectLst/>
                <a:uLnTx/>
                <a:uFillTx/>
                <a:ea typeface="+mn-ea"/>
                <a:cs typeface="+mn-cs"/>
              </a:rPr>
              <a:t>, которого нет в чеченском: к1оаг – к1аг, лоам – лам.  </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Буква </a:t>
            </a:r>
            <a:r>
              <a:rPr kumimoji="0" lang="ru-RU" sz="1800" b="1" i="0" u="none" strike="noStrike" kern="1200" cap="none" spc="0" normalizeH="0" baseline="0" noProof="0" dirty="0">
                <a:ln>
                  <a:noFill/>
                </a:ln>
                <a:solidFill>
                  <a:prstClr val="black"/>
                </a:solidFill>
                <a:effectLst/>
                <a:uLnTx/>
                <a:uFillTx/>
                <a:ea typeface="+mn-ea"/>
                <a:cs typeface="+mn-cs"/>
              </a:rPr>
              <a:t>Ӏ</a:t>
            </a:r>
            <a:r>
              <a:rPr kumimoji="0" lang="ce-Cyrl-RU" sz="1800" b="0" i="0" u="none" strike="noStrike" kern="1200" cap="none" spc="0" normalizeH="0" baseline="0" noProof="0" dirty="0">
                <a:ln>
                  <a:noFill/>
                </a:ln>
                <a:solidFill>
                  <a:prstClr val="black"/>
                </a:solidFill>
                <a:effectLst/>
                <a:uLnTx/>
                <a:uFillTx/>
                <a:ea typeface="+mn-ea"/>
                <a:cs typeface="+mn-cs"/>
              </a:rPr>
              <a:t> (кирилл. палочка), на практике ее заменяют латинской </a:t>
            </a:r>
            <a:r>
              <a:rPr kumimoji="0" lang="en-US" sz="1800" b="0" i="0" u="none" strike="noStrike" kern="1200" cap="none" spc="0" normalizeH="0" baseline="0" noProof="0" dirty="0">
                <a:ln>
                  <a:noFill/>
                </a:ln>
                <a:solidFill>
                  <a:prstClr val="black"/>
                </a:solidFill>
                <a:effectLst/>
                <a:uLnTx/>
                <a:uFillTx/>
                <a:latin typeface="Gill Sans MT" panose="020B0502020104020203"/>
                <a:ea typeface="+mn-ea"/>
                <a:cs typeface="+mn-cs"/>
              </a:rPr>
              <a:t>I </a:t>
            </a:r>
            <a:r>
              <a:rPr kumimoji="0" lang="ce-Cyrl-RU" sz="1800" b="0" i="0" u="none" strike="noStrike" kern="1200" cap="none" spc="0" normalizeH="0" baseline="0" noProof="0" dirty="0">
                <a:ln>
                  <a:noFill/>
                </a:ln>
                <a:solidFill>
                  <a:prstClr val="black"/>
                </a:solidFill>
                <a:effectLst/>
                <a:uLnTx/>
                <a:uFillTx/>
                <a:ea typeface="+mn-ea"/>
                <a:cs typeface="+mn-cs"/>
              </a:rPr>
              <a:t>или цифрой </a:t>
            </a:r>
            <a:r>
              <a:rPr kumimoji="0" lang="ce-Cyrl-RU" sz="1800" b="0" i="0" u="none" strike="noStrike" kern="1200" cap="none" spc="0" normalizeH="0" baseline="0" noProof="0" dirty="0">
                <a:ln>
                  <a:noFill/>
                </a:ln>
                <a:solidFill>
                  <a:prstClr val="black"/>
                </a:solidFill>
                <a:effectLst/>
                <a:uLnTx/>
                <a:uFillTx/>
                <a:latin typeface="Times New Roman" panose="02020603050405020304" pitchFamily="18" charset="0"/>
                <a:ea typeface="+mn-ea"/>
                <a:cs typeface="+mn-cs"/>
              </a:rPr>
              <a:t>1</a:t>
            </a:r>
            <a:r>
              <a:rPr kumimoji="0" lang="ce-Cyrl-RU" sz="1800" b="0" i="0" u="none" strike="noStrike" kern="1200" cap="none" spc="0" normalizeH="0" baseline="0" noProof="0" dirty="0">
                <a:ln>
                  <a:noFill/>
                </a:ln>
                <a:solidFill>
                  <a:prstClr val="black"/>
                </a:solidFill>
                <a:effectLst/>
                <a:uLnTx/>
                <a:uFillTx/>
                <a:ea typeface="+mn-ea"/>
                <a:cs typeface="+mn-cs"/>
              </a:rPr>
              <a:t>.</a:t>
            </a:r>
          </a:p>
          <a:p>
            <a:pPr marL="285750" lvl="0" indent="-285750">
              <a:buFont typeface="Arial" panose="020B0604020202020204" pitchFamily="34" charset="0"/>
              <a:buChar char="•"/>
              <a:defRPr/>
            </a:pPr>
            <a:r>
              <a:rPr lang="ru-RU" dirty="0">
                <a:solidFill>
                  <a:prstClr val="black"/>
                </a:solidFill>
              </a:rPr>
              <a:t>Если встречаются подряд две двойные буквы, то первая в письме сокращается</a:t>
            </a:r>
            <a:r>
              <a:rPr lang="ce-Cyrl-RU" dirty="0">
                <a:solidFill>
                  <a:prstClr val="black"/>
                </a:solidFill>
              </a:rPr>
              <a:t>: </a:t>
            </a:r>
            <a:br>
              <a:rPr lang="ce-Cyrl-RU" dirty="0">
                <a:solidFill>
                  <a:prstClr val="black"/>
                </a:solidFill>
              </a:rPr>
            </a:br>
            <a:r>
              <a:rPr lang="ru-RU" dirty="0">
                <a:solidFill>
                  <a:prstClr val="black"/>
                </a:solidFill>
              </a:rPr>
              <a:t>докхкха - доккха, ц</a:t>
            </a:r>
            <a:r>
              <a:rPr lang="nl-BE" dirty="0">
                <a:solidFill>
                  <a:prstClr val="black"/>
                </a:solidFill>
              </a:rPr>
              <a:t>I</a:t>
            </a:r>
            <a:r>
              <a:rPr lang="ru-RU" dirty="0">
                <a:solidFill>
                  <a:prstClr val="black"/>
                </a:solidFill>
              </a:rPr>
              <a:t>къа - цкъа, т</a:t>
            </a:r>
            <a:r>
              <a:rPr lang="nl-BE" dirty="0">
                <a:solidFill>
                  <a:prstClr val="black"/>
                </a:solidFill>
              </a:rPr>
              <a:t>I</a:t>
            </a:r>
            <a:r>
              <a:rPr lang="ru-RU" dirty="0">
                <a:solidFill>
                  <a:prstClr val="black"/>
                </a:solidFill>
              </a:rPr>
              <a:t>къа - ткъа</a:t>
            </a:r>
            <a:endParaRPr kumimoji="0" lang="ce-Cyrl-RU" sz="1800" b="0" i="0" u="none" strike="noStrike" kern="1200" cap="none" spc="0" normalizeH="0" baseline="0" noProof="0" dirty="0">
              <a:ln>
                <a:noFill/>
              </a:ln>
              <a:solidFill>
                <a:prstClr val="black"/>
              </a:solidFill>
              <a:effectLst/>
              <a:uLnTx/>
              <a:uFillTx/>
              <a:ea typeface="+mn-ea"/>
              <a:cs typeface="+mn-cs"/>
            </a:endParaRP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Буква Ф – присутствует в исконно ингушских словах: </a:t>
            </a:r>
            <a:br>
              <a:rPr kumimoji="0" lang="ce-Cyrl-RU" sz="1800" b="0" i="0" u="none" strike="noStrike" kern="1200" cap="none" spc="0" normalizeH="0" baseline="0" noProof="0" dirty="0">
                <a:ln>
                  <a:noFill/>
                </a:ln>
                <a:solidFill>
                  <a:prstClr val="black"/>
                </a:solidFill>
                <a:effectLst/>
                <a:uLnTx/>
                <a:uFillTx/>
                <a:ea typeface="+mn-ea"/>
                <a:cs typeface="+mn-cs"/>
              </a:rPr>
            </a:br>
            <a:r>
              <a:rPr kumimoji="0" lang="ce-Cyrl-RU" sz="1800" b="0" i="0" u="none" strike="noStrike" kern="1200" cap="none" spc="0" normalizeH="0" baseline="0" noProof="0" dirty="0">
                <a:ln>
                  <a:noFill/>
                </a:ln>
                <a:solidFill>
                  <a:prstClr val="black"/>
                </a:solidFill>
                <a:effectLst/>
                <a:uLnTx/>
                <a:uFillTx/>
                <a:ea typeface="+mn-ea"/>
                <a:cs typeface="+mn-cs"/>
              </a:rPr>
              <a:t>фу (что), фусам (жилье), фийг (зернышко), фоарт (затылок)</a:t>
            </a:r>
            <a:endParaRPr kumimoji="0" lang="en-US" sz="1800" b="0" i="0" u="none" strike="noStrike" kern="1200" cap="none" spc="0" normalizeH="0" baseline="0" noProof="0" dirty="0">
              <a:ln>
                <a:noFill/>
              </a:ln>
              <a:solidFill>
                <a:prstClr val="black"/>
              </a:solidFill>
              <a:effectLst/>
              <a:uLnTx/>
              <a:uFillTx/>
              <a:latin typeface="Gill Sans MT" panose="020B0502020104020203"/>
              <a:ea typeface="+mn-ea"/>
              <a:cs typeface="+mn-cs"/>
            </a:endParaRPr>
          </a:p>
          <a:p>
            <a:pPr marL="285750" lvl="0" indent="-285750">
              <a:buFont typeface="Arial" panose="020B0604020202020204" pitchFamily="34" charset="0"/>
              <a:buChar char="•"/>
              <a:defRPr/>
            </a:pPr>
            <a:r>
              <a:rPr kumimoji="0" lang="ce-Cyrl-RU" sz="1800" b="0" i="0" u="none" strike="noStrike" kern="1200" cap="none" spc="0" normalizeH="0" baseline="0" noProof="0" dirty="0">
                <a:ln>
                  <a:noFill/>
                </a:ln>
                <a:solidFill>
                  <a:prstClr val="black"/>
                </a:solidFill>
                <a:effectLst/>
                <a:uLnTx/>
                <a:uFillTx/>
                <a:ea typeface="+mn-ea"/>
                <a:cs typeface="+mn-cs"/>
              </a:rPr>
              <a:t>Буква Х1 встречается реже, чем в чеченском : </a:t>
            </a:r>
            <a:r>
              <a:rPr lang="ce-Cyrl-RU" dirty="0">
                <a:solidFill>
                  <a:prstClr val="black"/>
                </a:solidFill>
              </a:rPr>
              <a:t>уотта</a:t>
            </a:r>
            <a:r>
              <a:rPr kumimoji="0" lang="ce-Cyrl-RU" sz="1800" b="0" i="0" u="none" strike="noStrike" kern="1200" cap="none" spc="0" normalizeH="0" baseline="0" noProof="0" dirty="0">
                <a:ln>
                  <a:noFill/>
                </a:ln>
                <a:solidFill>
                  <a:prstClr val="black"/>
                </a:solidFill>
                <a:effectLst/>
                <a:uLnTx/>
                <a:uFillTx/>
                <a:ea typeface="+mn-ea"/>
                <a:cs typeface="+mn-cs"/>
              </a:rPr>
              <a:t> – </a:t>
            </a:r>
            <a:r>
              <a:rPr lang="ce-Cyrl-RU" dirty="0">
                <a:solidFill>
                  <a:prstClr val="black"/>
                </a:solidFill>
              </a:rPr>
              <a:t>х1отта</a:t>
            </a:r>
            <a:r>
              <a:rPr kumimoji="0" lang="ce-Cyrl-RU" sz="1800" b="0" i="0" u="none" strike="noStrike" kern="1200" cap="none" spc="0" normalizeH="0" baseline="0" noProof="0" dirty="0">
                <a:ln>
                  <a:noFill/>
                </a:ln>
                <a:solidFill>
                  <a:prstClr val="black"/>
                </a:solidFill>
                <a:effectLst/>
                <a:uLnTx/>
                <a:uFillTx/>
                <a:ea typeface="+mn-ea"/>
                <a:cs typeface="+mn-cs"/>
              </a:rPr>
              <a:t>, </a:t>
            </a:r>
            <a:r>
              <a:rPr lang="ce-Cyrl-RU" dirty="0">
                <a:solidFill>
                  <a:prstClr val="black"/>
                </a:solidFill>
              </a:rPr>
              <a:t>йара</a:t>
            </a:r>
            <a:r>
              <a:rPr kumimoji="0" lang="ce-Cyrl-RU" sz="1800" b="0" i="0" u="none" strike="noStrike" kern="1200" cap="none" spc="0" normalizeH="0" baseline="0" noProof="0" dirty="0">
                <a:ln>
                  <a:noFill/>
                </a:ln>
                <a:solidFill>
                  <a:prstClr val="black"/>
                </a:solidFill>
                <a:effectLst/>
                <a:uLnTx/>
                <a:uFillTx/>
                <a:ea typeface="+mn-ea"/>
                <a:cs typeface="+mn-cs"/>
              </a:rPr>
              <a:t> – </a:t>
            </a:r>
            <a:r>
              <a:rPr lang="ce-Cyrl-RU" dirty="0">
                <a:solidFill>
                  <a:prstClr val="black"/>
                </a:solidFill>
              </a:rPr>
              <a:t>х1ара</a:t>
            </a:r>
            <a:r>
              <a:rPr kumimoji="0" lang="ce-Cyrl-RU" sz="1800" b="0" i="0" u="none" strike="noStrike" kern="1200" cap="none" spc="0" normalizeH="0" baseline="0" noProof="0" dirty="0">
                <a:ln>
                  <a:noFill/>
                </a:ln>
                <a:solidFill>
                  <a:prstClr val="black"/>
                </a:solidFill>
                <a:effectLst/>
                <a:uLnTx/>
                <a:uFillTx/>
                <a:ea typeface="+mn-ea"/>
                <a:cs typeface="+mn-cs"/>
              </a:rPr>
              <a:t>, </a:t>
            </a:r>
            <a:r>
              <a:rPr lang="ce-Cyrl-RU" dirty="0">
                <a:solidFill>
                  <a:prstClr val="black"/>
                </a:solidFill>
              </a:rPr>
              <a:t>фуъ – </a:t>
            </a:r>
            <a:r>
              <a:rPr kumimoji="0" lang="ce-Cyrl-RU" sz="1800" b="0" i="0" u="none" strike="noStrike" kern="1200" cap="none" spc="0" normalizeH="0" baseline="0" noProof="0" dirty="0">
                <a:ln>
                  <a:noFill/>
                </a:ln>
                <a:solidFill>
                  <a:prstClr val="black"/>
                </a:solidFill>
                <a:effectLst/>
                <a:uLnTx/>
                <a:uFillTx/>
                <a:ea typeface="+mn-ea"/>
                <a:cs typeface="+mn-cs"/>
              </a:rPr>
              <a:t>х1оа</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Буква И часто произносится как Ы : из – “ыз”, ц1илеторг – “ц1ылеторг”</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Буква Е практически</a:t>
            </a:r>
            <a:r>
              <a:rPr kumimoji="0" lang="ce-Cyrl-RU" sz="1800" b="0" i="0" u="none" strike="noStrike" kern="1200" cap="none" spc="0" normalizeH="0" noProof="0" dirty="0">
                <a:ln>
                  <a:noFill/>
                </a:ln>
                <a:solidFill>
                  <a:prstClr val="black"/>
                </a:solidFill>
                <a:effectLst/>
                <a:uLnTx/>
                <a:uFillTx/>
                <a:ea typeface="+mn-ea"/>
                <a:cs typeface="+mn-cs"/>
              </a:rPr>
              <a:t> отсутствует, </a:t>
            </a:r>
            <a:r>
              <a:rPr kumimoji="0" lang="ce-Cyrl-RU" sz="1800" b="0" i="0" u="none" strike="noStrike" kern="1200" cap="none" spc="0" normalizeH="0" baseline="0" noProof="0" dirty="0">
                <a:ln>
                  <a:noFill/>
                </a:ln>
                <a:solidFill>
                  <a:prstClr val="black"/>
                </a:solidFill>
                <a:effectLst/>
                <a:uLnTx/>
                <a:uFillTx/>
                <a:ea typeface="+mn-ea"/>
                <a:cs typeface="+mn-cs"/>
              </a:rPr>
              <a:t>произносится : </a:t>
            </a:r>
            <a:br>
              <a:rPr kumimoji="0" lang="ce-Cyrl-RU" sz="1800" b="0" i="0" u="none" strike="noStrike" kern="1200" cap="none" spc="0" normalizeH="0" baseline="0" noProof="0" dirty="0">
                <a:ln>
                  <a:noFill/>
                </a:ln>
                <a:solidFill>
                  <a:prstClr val="black"/>
                </a:solidFill>
                <a:effectLst/>
                <a:uLnTx/>
                <a:uFillTx/>
                <a:ea typeface="+mn-ea"/>
                <a:cs typeface="+mn-cs"/>
              </a:rPr>
            </a:br>
            <a:r>
              <a:rPr kumimoji="0" lang="ce-Cyrl-RU" sz="1800" b="0" i="0" u="none" strike="noStrike" kern="1200" cap="none" spc="0" normalizeH="0" baseline="0" noProof="0" dirty="0">
                <a:ln>
                  <a:noFill/>
                </a:ln>
                <a:solidFill>
                  <a:prstClr val="black"/>
                </a:solidFill>
                <a:effectLst/>
                <a:uLnTx/>
                <a:uFillTx/>
                <a:ea typeface="+mn-ea"/>
                <a:cs typeface="+mn-cs"/>
              </a:rPr>
              <a:t>или как краткое э – эзар, дей (легкий);</a:t>
            </a:r>
            <a:r>
              <a:rPr kumimoji="0" lang="ce-Cyrl-RU" sz="1800" b="0" i="0" u="none" strike="noStrike" kern="1200" cap="none" spc="0" normalizeH="0" noProof="0" dirty="0">
                <a:ln>
                  <a:noFill/>
                </a:ln>
                <a:solidFill>
                  <a:prstClr val="black"/>
                </a:solidFill>
                <a:effectLst/>
                <a:uLnTx/>
                <a:uFillTx/>
                <a:ea typeface="+mn-ea"/>
                <a:cs typeface="+mn-cs"/>
              </a:rPr>
              <a:t> </a:t>
            </a:r>
            <a:br>
              <a:rPr kumimoji="0" lang="ce-Cyrl-RU" sz="1800" b="0" i="0" u="none" strike="noStrike" kern="1200" cap="none" spc="0" normalizeH="0" noProof="0" dirty="0">
                <a:ln>
                  <a:noFill/>
                </a:ln>
                <a:solidFill>
                  <a:prstClr val="black"/>
                </a:solidFill>
                <a:effectLst/>
                <a:uLnTx/>
                <a:uFillTx/>
                <a:ea typeface="+mn-ea"/>
                <a:cs typeface="+mn-cs"/>
              </a:rPr>
            </a:br>
            <a:r>
              <a:rPr kumimoji="0" lang="ce-Cyrl-RU" sz="1800" b="0" i="0" u="none" strike="noStrike" kern="1200" cap="none" spc="0" normalizeH="0" baseline="0" noProof="0" dirty="0">
                <a:ln>
                  <a:noFill/>
                </a:ln>
                <a:solidFill>
                  <a:prstClr val="black"/>
                </a:solidFill>
                <a:effectLst/>
                <a:uLnTx/>
                <a:uFillTx/>
                <a:ea typeface="+mn-ea"/>
                <a:cs typeface="+mn-cs"/>
              </a:rPr>
              <a:t>или как дифтонг </a:t>
            </a:r>
            <a:r>
              <a:rPr kumimoji="0" lang="ce-Cyrl-RU" sz="1800" b="0" i="1" u="none" strike="noStrike" kern="1200" cap="none" spc="0" normalizeH="0" baseline="0" noProof="0" dirty="0">
                <a:ln>
                  <a:noFill/>
                </a:ln>
                <a:solidFill>
                  <a:prstClr val="black"/>
                </a:solidFill>
                <a:effectLst/>
                <a:uLnTx/>
                <a:uFillTx/>
                <a:ea typeface="+mn-ea"/>
                <a:cs typeface="+mn-cs"/>
              </a:rPr>
              <a:t>иэ</a:t>
            </a:r>
            <a:r>
              <a:rPr kumimoji="0" lang="ce-Cyrl-RU" sz="1800" b="0" i="0" u="none" strike="noStrike" kern="1200" cap="none" spc="0" normalizeH="0" baseline="0" noProof="0" dirty="0">
                <a:ln>
                  <a:noFill/>
                </a:ln>
                <a:solidFill>
                  <a:prstClr val="black"/>
                </a:solidFill>
                <a:effectLst/>
                <a:uLnTx/>
                <a:uFillTx/>
                <a:ea typeface="+mn-ea"/>
                <a:cs typeface="+mn-cs"/>
              </a:rPr>
              <a:t> – безам, </a:t>
            </a:r>
            <a:r>
              <a:rPr kumimoji="0" lang="ce-Cyrl-RU" sz="1800" b="0" i="1" u="none" strike="noStrike" kern="1200" cap="none" spc="0" normalizeH="0" baseline="0" noProof="0" dirty="0">
                <a:ln>
                  <a:noFill/>
                </a:ln>
                <a:solidFill>
                  <a:prstClr val="black"/>
                </a:solidFill>
                <a:effectLst/>
                <a:uLnTx/>
                <a:uFillTx/>
                <a:ea typeface="+mn-ea"/>
                <a:cs typeface="+mn-cs"/>
              </a:rPr>
              <a:t>де</a:t>
            </a:r>
            <a:r>
              <a:rPr kumimoji="0" lang="ce-Cyrl-RU" sz="1800" b="0" i="0" u="none" strike="noStrike" kern="1200" cap="none" spc="0" normalizeH="0" baseline="0" noProof="0" dirty="0">
                <a:ln>
                  <a:noFill/>
                </a:ln>
                <a:solidFill>
                  <a:prstClr val="black"/>
                </a:solidFill>
                <a:effectLst/>
                <a:uLnTx/>
                <a:uFillTx/>
                <a:ea typeface="+mn-ea"/>
                <a:cs typeface="+mn-cs"/>
              </a:rPr>
              <a:t> (делай), </a:t>
            </a:r>
            <a:r>
              <a:rPr kumimoji="0" lang="ce-Cyrl-RU" sz="1800" b="0" i="1" u="none" strike="noStrike" kern="1200" cap="none" spc="0" normalizeH="0" baseline="0" noProof="0" dirty="0">
                <a:ln>
                  <a:noFill/>
                </a:ln>
                <a:solidFill>
                  <a:prstClr val="black"/>
                </a:solidFill>
                <a:effectLst/>
                <a:uLnTx/>
                <a:uFillTx/>
                <a:ea typeface="+mn-ea"/>
                <a:cs typeface="+mn-cs"/>
              </a:rPr>
              <a:t>берх1а</a:t>
            </a:r>
            <a:r>
              <a:rPr kumimoji="0" lang="ce-Cyrl-RU" sz="1800" b="0" i="0" u="none" strike="noStrike" kern="1200" cap="none" spc="0" normalizeH="0" baseline="0" noProof="0" dirty="0">
                <a:ln>
                  <a:noFill/>
                </a:ln>
                <a:solidFill>
                  <a:prstClr val="black"/>
                </a:solidFill>
                <a:effectLst/>
                <a:uLnTx/>
                <a:uFillTx/>
                <a:ea typeface="+mn-ea"/>
                <a:cs typeface="+mn-cs"/>
              </a:rPr>
              <a:t> (соус). (как “е” в слове </a:t>
            </a:r>
            <a:r>
              <a:rPr kumimoji="0" lang="ce-Cyrl-RU" sz="1800" b="0" i="1" u="none" strike="noStrike" kern="1200" cap="none" spc="0" normalizeH="0" baseline="0" noProof="0" dirty="0">
                <a:ln>
                  <a:noFill/>
                </a:ln>
                <a:solidFill>
                  <a:prstClr val="black"/>
                </a:solidFill>
                <a:effectLst/>
                <a:uLnTx/>
                <a:uFillTx/>
                <a:ea typeface="+mn-ea"/>
                <a:cs typeface="+mn-cs"/>
              </a:rPr>
              <a:t>белый)</a:t>
            </a:r>
            <a:r>
              <a:rPr kumimoji="0" lang="ce-Cyrl-RU" sz="1800" b="0" i="0" u="none" strike="noStrike" kern="1200" cap="none" spc="0" normalizeH="0" baseline="0" noProof="0" dirty="0">
                <a:ln>
                  <a:noFill/>
                </a:ln>
                <a:solidFill>
                  <a:prstClr val="black"/>
                </a:solidFill>
                <a:effectLst/>
                <a:uLnTx/>
                <a:uFillTx/>
                <a:ea typeface="+mn-ea"/>
                <a:cs typeface="+mn-cs"/>
              </a:rPr>
              <a:t>. </a:t>
            </a:r>
            <a:br>
              <a:rPr kumimoji="0" lang="ce-Cyrl-RU" sz="1800" b="0" i="0" u="none" strike="noStrike" kern="1200" cap="none" spc="0" normalizeH="0" baseline="0" noProof="0" dirty="0">
                <a:ln>
                  <a:noFill/>
                </a:ln>
                <a:solidFill>
                  <a:prstClr val="black"/>
                </a:solidFill>
                <a:effectLst/>
                <a:uLnTx/>
                <a:uFillTx/>
                <a:ea typeface="+mn-ea"/>
                <a:cs typeface="+mn-cs"/>
              </a:rPr>
            </a:br>
            <a:r>
              <a:rPr kumimoji="0" lang="ce-Cyrl-RU" sz="1800" b="0" i="0" u="none" strike="noStrike" kern="1200" cap="none" spc="0" normalizeH="0" baseline="0" noProof="0" dirty="0">
                <a:ln>
                  <a:noFill/>
                </a:ln>
                <a:solidFill>
                  <a:prstClr val="black"/>
                </a:solidFill>
                <a:effectLst/>
                <a:uLnTx/>
                <a:uFillTx/>
                <a:ea typeface="+mn-ea"/>
                <a:cs typeface="+mn-cs"/>
              </a:rPr>
              <a:t>Ср. чеч.</a:t>
            </a:r>
            <a:r>
              <a:rPr kumimoji="0" lang="ce-Cyrl-RU" sz="1800" b="0" i="0" u="none" strike="noStrike" kern="1200" cap="none" spc="0" normalizeH="0" noProof="0" dirty="0">
                <a:ln>
                  <a:noFill/>
                </a:ln>
                <a:solidFill>
                  <a:prstClr val="black"/>
                </a:solidFill>
                <a:effectLst/>
                <a:uLnTx/>
                <a:uFillTx/>
                <a:ea typeface="+mn-ea"/>
                <a:cs typeface="+mn-cs"/>
              </a:rPr>
              <a:t> “Дела реза хуьлда” и инг. “Даьла раьза хилда”.</a:t>
            </a:r>
            <a:endParaRPr kumimoji="0" lang="ce-Cyrl-RU" sz="1800" b="0" i="0" u="none" strike="noStrike" kern="1200" cap="none" spc="0" normalizeH="0" baseline="0" noProof="0" dirty="0">
              <a:ln>
                <a:noFill/>
              </a:ln>
              <a:solidFill>
                <a:prstClr val="black"/>
              </a:solidFill>
              <a:effectLst/>
              <a:uLnTx/>
              <a:uFillTx/>
              <a:ea typeface="+mn-ea"/>
              <a:cs typeface="+mn-cs"/>
            </a:endParaRP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Назальных звуков меньше, чем в чеченском, в письме они никак не отображаются.</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1" u="none" strike="noStrike" kern="1200" cap="none" spc="0" normalizeH="0" baseline="0" noProof="0" dirty="0">
                <a:ln>
                  <a:noFill/>
                </a:ln>
                <a:solidFill>
                  <a:prstClr val="black"/>
                </a:solidFill>
                <a:effectLst/>
                <a:uLnTx/>
                <a:uFillTx/>
                <a:ea typeface="+mn-ea"/>
                <a:cs typeface="+mn-cs"/>
              </a:rPr>
              <a:t>Лг, рг, шк, кк, г, к </a:t>
            </a:r>
            <a:r>
              <a:rPr kumimoji="0" lang="ce-Cyrl-RU" sz="1800" b="0" i="0" u="none" strike="noStrike" kern="1200" cap="none" spc="0" normalizeH="0" baseline="0" noProof="0" dirty="0">
                <a:ln>
                  <a:noFill/>
                </a:ln>
                <a:solidFill>
                  <a:prstClr val="black"/>
                </a:solidFill>
                <a:effectLst/>
                <a:uLnTx/>
                <a:uFillTx/>
                <a:ea typeface="+mn-ea"/>
                <a:cs typeface="+mn-cs"/>
              </a:rPr>
              <a:t>на конце слов произносятся мягко, как </a:t>
            </a:r>
            <a:r>
              <a:rPr kumimoji="0" lang="ce-Cyrl-RU" sz="1800" b="0" i="1" u="none" strike="noStrike" kern="1200" cap="none" spc="0" normalizeH="0" baseline="0" noProof="0" dirty="0">
                <a:ln>
                  <a:noFill/>
                </a:ln>
                <a:solidFill>
                  <a:prstClr val="black"/>
                </a:solidFill>
                <a:effectLst/>
                <a:uLnTx/>
                <a:uFillTx/>
                <a:ea typeface="+mn-ea"/>
                <a:cs typeface="+mn-cs"/>
              </a:rPr>
              <a:t>льгь, рьгь, шькь, ськь, ккь</a:t>
            </a:r>
            <a:br>
              <a:rPr kumimoji="0" lang="ce-Cyrl-RU" sz="1800" b="0" i="1" u="none" strike="noStrike" kern="1200" cap="none" spc="0" normalizeH="0" baseline="0" noProof="0" dirty="0">
                <a:ln>
                  <a:noFill/>
                </a:ln>
                <a:solidFill>
                  <a:prstClr val="black"/>
                </a:solidFill>
                <a:effectLst/>
                <a:uLnTx/>
                <a:uFillTx/>
                <a:ea typeface="+mn-ea"/>
                <a:cs typeface="+mn-cs"/>
              </a:rPr>
            </a:br>
            <a:r>
              <a:rPr kumimoji="0" lang="ce-Cyrl-RU" sz="1800" b="0" i="1" u="none" strike="noStrike" kern="1200" cap="none" spc="0" normalizeH="0" baseline="0" noProof="0" dirty="0">
                <a:ln>
                  <a:noFill/>
                </a:ln>
                <a:solidFill>
                  <a:prstClr val="black"/>
                </a:solidFill>
                <a:effectLst/>
                <a:uLnTx/>
                <a:uFillTx/>
                <a:ea typeface="+mn-ea"/>
                <a:cs typeface="+mn-cs"/>
              </a:rPr>
              <a:t>(кулг, лерг, пешк, циск, икк, гииг)</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Буквы “ж” и “з” обычно произносятся как “дж” и “дз” – модж, хьадж, модз, гердз.</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Буква “ш” на конце обычно произносится звонко, как “ж” (ср. чеч. “уьш” – инг. “уж”)</a:t>
            </a:r>
            <a:endParaRPr kumimoji="0" lang="nl-BE" sz="1800" b="0" i="0" u="none" strike="noStrike" kern="1200" cap="none" spc="0" normalizeH="0" baseline="0" noProof="0" dirty="0">
              <a:ln>
                <a:noFill/>
              </a:ln>
              <a:solidFill>
                <a:prstClr val="black"/>
              </a:solidFill>
              <a:effectLst/>
              <a:uLnTx/>
              <a:uFillTx/>
              <a:latin typeface="Gill Sans MT" panose="020B0502020104020203"/>
              <a:ea typeface="+mn-ea"/>
              <a:cs typeface="+mn-cs"/>
            </a:endParaRPr>
          </a:p>
        </p:txBody>
      </p:sp>
    </p:spTree>
    <p:custDataLst>
      <p:tags r:id="rId1"/>
    </p:custDataLst>
    <p:extLst>
      <p:ext uri="{BB962C8B-B14F-4D97-AF65-F5344CB8AC3E}">
        <p14:creationId xmlns:p14="http://schemas.microsoft.com/office/powerpoint/2010/main" val="1643179694"/>
      </p:ext>
    </p:extLst>
  </p:cSld>
  <p:clrMapOvr>
    <a:masterClrMapping/>
  </p:clrMapOvr>
  <mc:AlternateContent xmlns:mc="http://schemas.openxmlformats.org/markup-compatibility/2006" xmlns:p14="http://schemas.microsoft.com/office/powerpoint/2010/main">
    <mc:Choice Requires="p14">
      <p:transition spd="med" p14:dur="700" advTm="373661">
        <p:fade/>
      </p:transition>
    </mc:Choice>
    <mc:Fallback xmlns="">
      <p:transition spd="med" advTm="373661">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9">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9">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9">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9">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9">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9">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9">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Lst>
  </p:timing>
</p:sld>
</file>

<file path=ppt/tags/tag1.xml><?xml version="1.0" encoding="utf-8"?>
<p:tagLst xmlns:a="http://schemas.openxmlformats.org/drawingml/2006/main" xmlns:r="http://schemas.openxmlformats.org/officeDocument/2006/relationships" xmlns:p="http://schemas.openxmlformats.org/presentationml/2006/main">
  <p:tag name="TIMING" val="|191.3|0.5|0.5|1.5|0.5|0.9|176|0.5|0.3|0.5"/>
</p:tagLst>
</file>

<file path=ppt/tags/tag2.xml><?xml version="1.0" encoding="utf-8"?>
<p:tagLst xmlns:a="http://schemas.openxmlformats.org/drawingml/2006/main" xmlns:r="http://schemas.openxmlformats.org/officeDocument/2006/relationships" xmlns:p="http://schemas.openxmlformats.org/presentationml/2006/main">
  <p:tag name="TIMING" val="|191.3|0.5|0.5|1.5|0.5|0.9|176|0.5|0.3|0.5"/>
</p:tagLst>
</file>

<file path=ppt/theme/theme1.xml><?xml version="1.0" encoding="utf-8"?>
<a:theme xmlns:a="http://schemas.openxmlformats.org/drawingml/2006/main" name="Gallery">
  <a:themeElements>
    <a:clrScheme name="Gallery">
      <a:dk1>
        <a:sysClr val="windowText" lastClr="000000"/>
      </a:dk1>
      <a:lt1>
        <a:sysClr val="window" lastClr="FFFFFF"/>
      </a:lt1>
      <a:dk2>
        <a:srgbClr val="454545"/>
      </a:dk2>
      <a:lt2>
        <a:srgbClr val="DFDBD5"/>
      </a:lt2>
      <a:accent1>
        <a:srgbClr val="B71E42"/>
      </a:accent1>
      <a:accent2>
        <a:srgbClr val="DE478E"/>
      </a:accent2>
      <a:accent3>
        <a:srgbClr val="BC72F0"/>
      </a:accent3>
      <a:accent4>
        <a:srgbClr val="795FAF"/>
      </a:accent4>
      <a:accent5>
        <a:srgbClr val="586EA6"/>
      </a:accent5>
      <a:accent6>
        <a:srgbClr val="6892A0"/>
      </a:accent6>
      <a:hlink>
        <a:srgbClr val="FA2B5C"/>
      </a:hlink>
      <a:folHlink>
        <a:srgbClr val="BC658E"/>
      </a:folHlink>
    </a:clrScheme>
    <a:fontScheme name="Gallery">
      <a:majorFont>
        <a:latin typeface="Gill Sans MT" panose="020B0502020104020203"/>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panose="020B0502020104020203"/>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Gallery">
      <a:fillStyleLst>
        <a:solidFill>
          <a:schemeClr val="phClr"/>
        </a:solidFill>
        <a:gradFill rotWithShape="1">
          <a:gsLst>
            <a:gs pos="0">
              <a:schemeClr val="phClr">
                <a:tint val="54000"/>
                <a:alpha val="100000"/>
                <a:satMod val="105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8000"/>
                <a:satMod val="130000"/>
                <a:lumMod val="92000"/>
              </a:schemeClr>
            </a:gs>
            <a:gs pos="100000">
              <a:schemeClr val="phClr">
                <a:shade val="78000"/>
                <a:satMod val="130000"/>
                <a:lumMod val="92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0800" dist="50800" dir="5400000" sx="96000" sy="96000" rotWithShape="0">
              <a:srgbClr val="000000">
                <a:alpha val="48000"/>
              </a:srgbClr>
            </a:outerShdw>
          </a:effectLst>
          <a:scene3d>
            <a:camera prst="orthographicFront">
              <a:rot lat="0" lon="0" rev="0"/>
            </a:camera>
            <a:lightRig rig="balanced" dir="t">
              <a:rot lat="0" lon="0" rev="1080000"/>
            </a:lightRig>
          </a:scene3d>
          <a:sp3d>
            <a:bevelT w="38100" h="12700" prst="softRound"/>
          </a:sp3d>
        </a:effectStyle>
      </a:effectStyleLst>
      <a:bgFillStyleLst>
        <a:solidFill>
          <a:schemeClr val="phClr"/>
        </a:solidFill>
        <a:solidFill>
          <a:schemeClr val="phClr"/>
        </a:solidFill>
        <a:gradFill rotWithShape="1">
          <a:gsLst>
            <a:gs pos="0">
              <a:schemeClr val="phClr">
                <a:tint val="94000"/>
                <a:satMod val="80000"/>
                <a:lumMod val="106000"/>
              </a:schemeClr>
            </a:gs>
            <a:gs pos="100000">
              <a:schemeClr val="phClr">
                <a:shade val="80000"/>
              </a:schemeClr>
            </a:gs>
          </a:gsLst>
          <a:path path="circle">
            <a:fillToRect l="43000" r="43000" b="100000"/>
          </a:path>
        </a:gradFill>
      </a:bgFillStyleLst>
    </a:fmtScheme>
  </a:themeElements>
  <a:objectDefaults/>
  <a:extraClrSchemeLst/>
  <a:extLst>
    <a:ext uri="{05A4C25C-085E-4340-85A3-A5531E510DB2}">
      <thm15:themeFamily xmlns:thm15="http://schemas.microsoft.com/office/thememl/2012/main" name="Gallery" id="{BBFCD31E-59A1-489D-B089-A3EAD7CAE12E}" vid="{F5E91637-A7B6-4E27-B710-77DA7014EE1E}"/>
    </a:ext>
  </a:extLst>
</a:theme>
</file>

<file path=docProps/app.xml><?xml version="1.0" encoding="utf-8"?>
<Properties xmlns="http://schemas.openxmlformats.org/officeDocument/2006/extended-properties" xmlns:vt="http://schemas.openxmlformats.org/officeDocument/2006/docPropsVTypes">
  <Template>Gallery</Template>
  <TotalTime>0</TotalTime>
  <Words>896</Words>
  <Application>Microsoft Office PowerPoint</Application>
  <PresentationFormat>Widescreen</PresentationFormat>
  <Paragraphs>46</Paragraphs>
  <Slides>10</Slides>
  <Notes>0</Notes>
  <HiddenSlides>0</HiddenSlides>
  <MMClips>2</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vt:i4>
      </vt:variant>
    </vt:vector>
  </HeadingPairs>
  <TitlesOfParts>
    <vt:vector size="15" baseType="lpstr">
      <vt:lpstr>Alasassy Caps</vt:lpstr>
      <vt:lpstr>Arial</vt:lpstr>
      <vt:lpstr>Gill Sans MT</vt:lpstr>
      <vt:lpstr>Times New Roman</vt:lpstr>
      <vt:lpstr>Gallery</vt:lpstr>
      <vt:lpstr>Опыт изучения ингушского языка</vt:lpstr>
      <vt:lpstr>Мудрые наставления наших предков</vt:lpstr>
      <vt:lpstr>предисловие</vt:lpstr>
      <vt:lpstr>Са дешал чIоагIагI да цун эздел </vt:lpstr>
      <vt:lpstr>1. Са дешал ч1оагIагI да цун эздел</vt:lpstr>
      <vt:lpstr>PowerPoint Presentation</vt:lpstr>
      <vt:lpstr>1. His nobility speaks louder than my words</vt:lpstr>
      <vt:lpstr>1. Сан дашал чIогIах йу цуьнан оьздангалла</vt:lpstr>
      <vt:lpstr>Лексика</vt:lpstr>
      <vt:lpstr>Грамматика : АЛФАВИТ</vt:lpstr>
    </vt:vector>
  </TitlesOfParts>
  <Company>FPS Public Health Belgium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Abdulvakhid Shoudouev (FOD VVVL - SPF SPSCAE)</dc:creator>
  <cp:lastModifiedBy>Abdulvakhid Shoudouev (FOD VVVL - SPF SPSCAE)</cp:lastModifiedBy>
  <cp:revision>97</cp:revision>
  <dcterms:created xsi:type="dcterms:W3CDTF">2026-06-01T18:53:02Z</dcterms:created>
  <dcterms:modified xsi:type="dcterms:W3CDTF">2026-06-13T14:01:22Z</dcterms:modified>
</cp:coreProperties>
</file>