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64" d="100"/>
          <a:sy n="64" d="100"/>
        </p:scale>
        <p:origin x="3948" y="66"/>
      </p:cViewPr>
      <p:guideLst/>
    </p:cSldViewPr>
  </p:slideViewPr>
  <p:outlineViewPr>
    <p:cViewPr>
      <p:scale>
        <a:sx n="33" d="100"/>
        <a:sy n="33" d="100"/>
      </p:scale>
      <p:origin x="0" y="0"/>
    </p:cViewPr>
  </p:outlineViewPr>
  <p:notesTextViewPr>
    <p:cViewPr>
      <p:scale>
        <a:sx n="3" d="2"/>
        <a:sy n="3" d="2"/>
      </p:scale>
      <p:origin x="0" y="-19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17/06/2026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Идея изучить этот язык у меня возникла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10-15 минут. Каждое видео состоит из короткого вступления, затем будет слайд с ингушским текстом и с озвучкой, далее три коротких слайда на несколько секунд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Я буду излагать свой опыт изучения языка, при этом я, возможно, буду слишком увлекаться сравнением с чеченским,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и произношение, ближе к концу - различные типы падежных окончаний.</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этих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dirty="0"/>
              <a:t>видео.</a:t>
            </a:r>
          </a:p>
          <a:p>
            <a:r>
              <a:rPr lang="ce-Cyrl-RU" dirty="0"/>
              <a:t>При 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ce-Cyrl-RU" dirty="0"/>
              <a:t>Аушева Э.А. “Типы склонения в ингушском языке”, 2019</a:t>
            </a: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dirty="0"/>
              <a:t>Ц1аг1а (чуваьлча) – вошел в дом, местный падеж. Прямая аналогия для “ц1аг1а” в чеченском – это форма местного падежа “ц1ахь” (дома), но чеченский не использует эту форму в таком контексте. В данном случае я бы перевел это на чеченский как “ц1енна чуваьлча” – со словом “ц1а” в дательном падеже.</a:t>
            </a:r>
            <a:r>
              <a:rPr lang="ru-RU" dirty="0"/>
              <a:t> </a:t>
            </a:r>
            <a:r>
              <a:rPr lang="ce-Cyrl-RU" dirty="0"/>
              <a:t>Ингушский часто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br>
              <a:rPr lang="ce-Cyrl-RU" dirty="0"/>
            </a:br>
            <a:r>
              <a:rPr lang="ce-Cyrl-RU" dirty="0"/>
              <a:t>Ф: языки без звука “ф” в исконных словах – русский, персидский, практически все кавказские; языки без звука “п” – арабский. Похоже, что в исконно ингушских словах есть оба этих звука. Интересно турецкое слово “фес” (феска, тюбетейка). В чеч. оно трансформировалось в “пес”, в инг. звук “ф” сохранился : “фазиг”.</a:t>
            </a:r>
            <a:br>
              <a:rPr lang="ce-Cyrl-RU" dirty="0"/>
            </a:br>
            <a:r>
              <a:rPr lang="ce-Cyrl-RU" dirty="0"/>
              <a:t>Е: г1айттаб – г1еттина; 1охайшача – охьахевшича;</a:t>
            </a:r>
            <a:br>
              <a:rPr lang="ce-Cyrl-RU" dirty="0"/>
            </a:br>
            <a:r>
              <a:rPr lang="ce-Cyrl-RU" dirty="0"/>
              <a:t>Ж, З: аналогичная ситуация, например, с английским – Джек, Джон, Дзорро.</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17/06/2026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17/06/2026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17/06/2026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17/06/2026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17/06/2026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17/06/2026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17/06/2026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17/06/2026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2623</Words>
  <Application>Microsoft Office PowerPoint</Application>
  <PresentationFormat>Widescreen</PresentationFormat>
  <Paragraphs>69</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136</cp:revision>
  <dcterms:created xsi:type="dcterms:W3CDTF">2026-06-01T18:53:02Z</dcterms:created>
  <dcterms:modified xsi:type="dcterms:W3CDTF">2026-06-17T21:38:32Z</dcterms:modified>
</cp:coreProperties>
</file>