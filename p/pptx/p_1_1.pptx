
<file path=[Content_Types].xml><?xml version="1.0" encoding="utf-8"?>
<Types xmlns="http://schemas.openxmlformats.org/package/2006/content-types">
  <Default Extension="jpeg" ContentType="image/jpeg"/>
  <Default Extension="jpg" ContentType="image/jpeg"/>
  <Default Extension="mp3" ContentType="audio/m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ags/tag1.xml" ContentType="application/vnd.openxmlformats-officedocument.presentationml.tags+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72" r:id="rId1"/>
  </p:sldMasterIdLst>
  <p:sldIdLst>
    <p:sldId id="256" r:id="rId2"/>
    <p:sldId id="257" r:id="rId3"/>
    <p:sldId id="262" r:id="rId4"/>
    <p:sldId id="258" r:id="rId5"/>
    <p:sldId id="259" r:id="rId6"/>
    <p:sldId id="260" r:id="rId7"/>
    <p:sldId id="261" r:id="rId8"/>
    <p:sldId id="263" r:id="rId9"/>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Title" id="{D185C242-68B7-4DC8-A407-97B28E6BAFC5}">
          <p14:sldIdLst>
            <p14:sldId id="256"/>
          </p14:sldIdLst>
        </p14:section>
        <p14:section name="book_cover" id="{FEE08EA0-157C-42D5-9554-D7F4899B98FD}">
          <p14:sldIdLst>
            <p14:sldId id="257"/>
            <p14:sldId id="262"/>
          </p14:sldIdLst>
        </p14:section>
        <p14:section name="story_name" id="{3529E971-8119-4829-BD88-A7D2789F4180}">
          <p14:sldIdLst>
            <p14:sldId id="258"/>
          </p14:sldIdLst>
        </p14:section>
        <p14:section name="Story_text_inh" id="{9FE4DF01-14C5-45CE-ACA8-0B0B0612A66C}">
          <p14:sldIdLst>
            <p14:sldId id="259"/>
          </p14:sldIdLst>
        </p14:section>
        <p14:section name="story_text_eng" id="{1F75236F-9138-4460-9D2C-69429F04EC38}">
          <p14:sldIdLst>
            <p14:sldId id="260"/>
          </p14:sldIdLst>
        </p14:section>
        <p14:section name="story_text_che" id="{0754FFD2-BC67-43BD-9920-805D43719411}">
          <p14:sldIdLst>
            <p14:sldId id="261"/>
            <p14:sldId id="263"/>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CC6600"/>
    <a:srgbClr val="FF9933"/>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975" autoAdjust="0"/>
    <p:restoredTop sz="94688" autoAdjust="0"/>
  </p:normalViewPr>
  <p:slideViewPr>
    <p:cSldViewPr snapToGrid="0">
      <p:cViewPr varScale="1">
        <p:scale>
          <a:sx n="90" d="100"/>
          <a:sy n="90" d="100"/>
        </p:scale>
        <p:origin x="355" y="72"/>
      </p:cViewPr>
      <p:guideLst/>
    </p:cSldViewPr>
  </p:slideViewPr>
  <p:outlineViewPr>
    <p:cViewPr>
      <p:scale>
        <a:sx n="33" d="100"/>
        <a:sy n="33" d="100"/>
      </p:scale>
      <p:origin x="0" y="0"/>
    </p:cViewPr>
  </p:outlin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tableStyles" Target="tableStyle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theme" Target="theme/theme1.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viewProps" Target="viewProps.xml"/><Relationship Id="rId5" Type="http://schemas.openxmlformats.org/officeDocument/2006/relationships/slide" Target="slides/slide4.xml"/><Relationship Id="rId10"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slide" Target="slides/slide8.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2417779" y="802298"/>
            <a:ext cx="8637073" cy="2541431"/>
          </a:xfrm>
        </p:spPr>
        <p:txBody>
          <a:bodyPr bIns="0" anchor="b">
            <a:normAutofit/>
          </a:bodyPr>
          <a:lstStyle>
            <a:lvl1pPr algn="l">
              <a:defRPr sz="6600"/>
            </a:lvl1pPr>
          </a:lstStyle>
          <a:p>
            <a:r>
              <a:rPr lang="en-US"/>
              <a:t>Click to edit Master title style</a:t>
            </a:r>
            <a:endParaRPr lang="en-US" dirty="0"/>
          </a:p>
        </p:txBody>
      </p:sp>
      <p:sp>
        <p:nvSpPr>
          <p:cNvPr id="3" name="Subtitle 2"/>
          <p:cNvSpPr>
            <a:spLocks noGrp="1"/>
          </p:cNvSpPr>
          <p:nvPr>
            <p:ph type="subTitle" idx="1"/>
          </p:nvPr>
        </p:nvSpPr>
        <p:spPr>
          <a:xfrm>
            <a:off x="2417780" y="3531204"/>
            <a:ext cx="8637072" cy="977621"/>
          </a:xfrm>
        </p:spPr>
        <p:txBody>
          <a:bodyPr tIns="91440" bIns="91440">
            <a:normAutofit/>
          </a:bodyPr>
          <a:lstStyle>
            <a:lvl1pPr marL="0" indent="0" algn="l">
              <a:buNone/>
              <a:defRPr sz="1800" b="0" cap="all" baseline="0">
                <a:solidFill>
                  <a:schemeClr val="tx1"/>
                </a:solidFill>
              </a:defRPr>
            </a:lvl1pPr>
            <a:lvl2pPr marL="457200" indent="0" algn="ctr">
              <a:buNone/>
              <a:defRPr sz="18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dirty="0"/>
              <a:t>Click to edit Master subtitle style</a:t>
            </a:r>
          </a:p>
        </p:txBody>
      </p:sp>
      <p:sp>
        <p:nvSpPr>
          <p:cNvPr id="4" name="Date Placeholder 3"/>
          <p:cNvSpPr>
            <a:spLocks noGrp="1"/>
          </p:cNvSpPr>
          <p:nvPr>
            <p:ph type="dt" sz="half" idx="10"/>
          </p:nvPr>
        </p:nvSpPr>
        <p:spPr/>
        <p:txBody>
          <a:bodyPr/>
          <a:lstStyle/>
          <a:p>
            <a:fld id="{9D986570-2C26-4E5F-9D28-4D18F9BAC427}" type="datetimeFigureOut">
              <a:rPr lang="nl-BE" smtClean="0"/>
              <a:t>9/06/2026</a:t>
            </a:fld>
            <a:endParaRPr lang="nl-BE"/>
          </a:p>
        </p:txBody>
      </p:sp>
      <p:sp>
        <p:nvSpPr>
          <p:cNvPr id="5" name="Footer Placeholder 4"/>
          <p:cNvSpPr>
            <a:spLocks noGrp="1"/>
          </p:cNvSpPr>
          <p:nvPr>
            <p:ph type="ftr" sz="quarter" idx="11"/>
          </p:nvPr>
        </p:nvSpPr>
        <p:spPr>
          <a:xfrm>
            <a:off x="2416500" y="329307"/>
            <a:ext cx="4973915" cy="309201"/>
          </a:xfrm>
        </p:spPr>
        <p:txBody>
          <a:bodyPr/>
          <a:lstStyle/>
          <a:p>
            <a:endParaRPr lang="nl-BE"/>
          </a:p>
        </p:txBody>
      </p:sp>
      <p:sp>
        <p:nvSpPr>
          <p:cNvPr id="6" name="Slide Number Placeholder 5"/>
          <p:cNvSpPr>
            <a:spLocks noGrp="1"/>
          </p:cNvSpPr>
          <p:nvPr>
            <p:ph type="sldNum" sz="quarter" idx="12"/>
          </p:nvPr>
        </p:nvSpPr>
        <p:spPr>
          <a:xfrm>
            <a:off x="1437664" y="798973"/>
            <a:ext cx="811019" cy="503578"/>
          </a:xfrm>
        </p:spPr>
        <p:txBody>
          <a:bodyPr/>
          <a:lstStyle/>
          <a:p>
            <a:fld id="{75E9C3EB-3209-46C0-A1BF-04B855C83966}" type="slidenum">
              <a:rPr lang="nl-BE" smtClean="0"/>
              <a:t>‹#›</a:t>
            </a:fld>
            <a:endParaRPr lang="nl-BE"/>
          </a:p>
        </p:txBody>
      </p:sp>
      <p:sp>
        <p:nvSpPr>
          <p:cNvPr id="8" name="TextBox 7">
            <a:extLst>
              <a:ext uri="{FF2B5EF4-FFF2-40B4-BE49-F238E27FC236}">
                <a16:creationId xmlns:a16="http://schemas.microsoft.com/office/drawing/2014/main" id="{1F455A86-9B17-54B9-2CE5-8916635CDC73}"/>
              </a:ext>
            </a:extLst>
          </p:cNvPr>
          <p:cNvSpPr txBox="1"/>
          <p:nvPr userDrawn="1"/>
        </p:nvSpPr>
        <p:spPr>
          <a:xfrm>
            <a:off x="419054" y="6299200"/>
            <a:ext cx="1982240" cy="276999"/>
          </a:xfrm>
          <a:prstGeom prst="rect">
            <a:avLst/>
          </a:prstGeom>
          <a:noFill/>
        </p:spPr>
        <p:txBody>
          <a:bodyPr wrap="square" rtlCol="0">
            <a:spAutoFit/>
          </a:bodyPr>
          <a:lstStyle/>
          <a:p>
            <a:pPr algn="l"/>
            <a:r>
              <a:rPr lang="en-US" sz="1200" b="1" dirty="0">
                <a:solidFill>
                  <a:srgbClr val="CC6600"/>
                </a:solidFill>
              </a:rPr>
              <a:t>@LADUGA_LADOGA</a:t>
            </a:r>
            <a:endParaRPr lang="nl-BE" sz="1200" b="1" dirty="0">
              <a:solidFill>
                <a:srgbClr val="CC6600"/>
              </a:solidFill>
            </a:endParaRPr>
          </a:p>
        </p:txBody>
      </p:sp>
      <p:sp>
        <p:nvSpPr>
          <p:cNvPr id="9" name="TextBox 8">
            <a:extLst>
              <a:ext uri="{FF2B5EF4-FFF2-40B4-BE49-F238E27FC236}">
                <a16:creationId xmlns:a16="http://schemas.microsoft.com/office/drawing/2014/main" id="{4D0D7826-67D3-570C-DC2E-EC5B60B640A7}"/>
              </a:ext>
            </a:extLst>
          </p:cNvPr>
          <p:cNvSpPr txBox="1"/>
          <p:nvPr userDrawn="1"/>
        </p:nvSpPr>
        <p:spPr>
          <a:xfrm>
            <a:off x="3832529" y="6299200"/>
            <a:ext cx="7863840" cy="307777"/>
          </a:xfrm>
          <a:prstGeom prst="rect">
            <a:avLst/>
          </a:prstGeom>
          <a:noFill/>
        </p:spPr>
        <p:txBody>
          <a:bodyPr wrap="square" rtlCol="0">
            <a:spAutoFit/>
          </a:bodyPr>
          <a:lstStyle/>
          <a:p>
            <a:pPr marL="0" marR="0" lvl="0" indent="0" algn="r" defTabSz="457200" rtl="0" eaLnBrk="1" fontAlgn="auto" latinLnBrk="0" hangingPunct="1">
              <a:lnSpc>
                <a:spcPct val="100000"/>
              </a:lnSpc>
              <a:spcBef>
                <a:spcPts val="0"/>
              </a:spcBef>
              <a:spcAft>
                <a:spcPts val="0"/>
              </a:spcAft>
              <a:buClrTx/>
              <a:buSzTx/>
              <a:buFontTx/>
              <a:buNone/>
              <a:tabLst/>
              <a:defRPr/>
            </a:pPr>
            <a:r>
              <a:rPr kumimoji="0" lang="ru-RU" sz="1400" b="1" i="0" u="none" strike="noStrike" kern="1200" cap="none" spc="0" normalizeH="0" baseline="0" noProof="0" dirty="0">
                <a:ln>
                  <a:noFill/>
                </a:ln>
                <a:solidFill>
                  <a:srgbClr val="CC6600"/>
                </a:solidFill>
                <a:effectLst/>
                <a:uLnTx/>
                <a:uFillTx/>
                <a:ea typeface="+mn-ea"/>
                <a:cs typeface="+mn-cs"/>
              </a:rPr>
              <a:t>И.А. </a:t>
            </a:r>
            <a:r>
              <a:rPr lang="ru-RU" sz="1400" b="1" kern="1200" noProof="0" dirty="0">
                <a:solidFill>
                  <a:srgbClr val="CC6600"/>
                </a:solidFill>
                <a:latin typeface="+mn-lt"/>
                <a:ea typeface="+mn-ea"/>
                <a:cs typeface="+mn-cs"/>
              </a:rPr>
              <a:t>Дахкильгов</a:t>
            </a:r>
            <a:r>
              <a:rPr kumimoji="0" lang="ru-RU" sz="1400" b="1" i="0" u="none" strike="noStrike" kern="1200" cap="none" spc="0" normalizeH="0" baseline="0" noProof="0" dirty="0">
                <a:ln>
                  <a:noFill/>
                </a:ln>
                <a:solidFill>
                  <a:srgbClr val="CC6600"/>
                </a:solidFill>
                <a:effectLst/>
                <a:uLnTx/>
                <a:uFillTx/>
                <a:ea typeface="+mn-ea"/>
                <a:cs typeface="+mn-cs"/>
              </a:rPr>
              <a:t>. Хьехаме дувцарш - поучительные рассказы-притчи.</a:t>
            </a:r>
            <a:r>
              <a:rPr kumimoji="0" lang="en-US" sz="1400" b="1" i="0" u="none" strike="noStrike" kern="1200" cap="none" spc="0" normalizeH="0" baseline="0" noProof="0" dirty="0">
                <a:ln>
                  <a:noFill/>
                </a:ln>
                <a:solidFill>
                  <a:srgbClr val="CC6600"/>
                </a:solidFill>
                <a:effectLst/>
                <a:uLnTx/>
                <a:uFillTx/>
                <a:ea typeface="+mn-ea"/>
                <a:cs typeface="+mn-cs"/>
              </a:rPr>
              <a:t> </a:t>
            </a:r>
            <a:r>
              <a:rPr kumimoji="0" lang="ru-RU" sz="1400" b="1" i="0" u="none" strike="noStrike" kern="1200" cap="none" spc="0" normalizeH="0" baseline="0" noProof="0" dirty="0">
                <a:ln>
                  <a:noFill/>
                </a:ln>
                <a:solidFill>
                  <a:srgbClr val="CC6600"/>
                </a:solidFill>
                <a:effectLst/>
                <a:uLnTx/>
                <a:uFillTx/>
                <a:ea typeface="+mn-ea"/>
                <a:cs typeface="+mn-cs"/>
              </a:rPr>
              <a:t>Из ингушского фольклора.</a:t>
            </a:r>
            <a:endParaRPr lang="nl-BE" sz="1400" b="1" dirty="0">
              <a:solidFill>
                <a:srgbClr val="CC6600"/>
              </a:solidFill>
            </a:endParaRPr>
          </a:p>
        </p:txBody>
      </p:sp>
    </p:spTree>
    <p:extLst>
      <p:ext uri="{BB962C8B-B14F-4D97-AF65-F5344CB8AC3E}">
        <p14:creationId xmlns:p14="http://schemas.microsoft.com/office/powerpoint/2010/main" val="2886729059"/>
      </p:ext>
    </p:extLst>
  </p:cSld>
  <p:clrMapOvr>
    <a:masterClrMapping/>
  </p:clrMapOvr>
  <p:transition spd="slow">
    <p:cover/>
  </p:transition>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Click to edit Master title style</a:t>
            </a:r>
          </a:p>
        </p:txBody>
      </p:sp>
      <p:sp>
        <p:nvSpPr>
          <p:cNvPr id="3" name="Content Placeholder 2"/>
          <p:cNvSpPr>
            <a:spLocks noGrp="1"/>
          </p:cNvSpPr>
          <p:nvPr>
            <p:ph idx="1"/>
          </p:nvPr>
        </p:nvSpPr>
        <p:spPr/>
        <p:txBody>
          <a:bodyPr ancho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9D986570-2C26-4E5F-9D28-4D18F9BAC427}" type="datetimeFigureOut">
              <a:rPr lang="nl-BE" smtClean="0"/>
              <a:t>9/06/2026</a:t>
            </a:fld>
            <a:endParaRPr lang="nl-BE"/>
          </a:p>
        </p:txBody>
      </p:sp>
      <p:sp>
        <p:nvSpPr>
          <p:cNvPr id="5" name="Footer Placeholder 4"/>
          <p:cNvSpPr>
            <a:spLocks noGrp="1"/>
          </p:cNvSpPr>
          <p:nvPr>
            <p:ph type="ftr" sz="quarter" idx="11"/>
          </p:nvPr>
        </p:nvSpPr>
        <p:spPr/>
        <p:txBody>
          <a:bodyPr/>
          <a:lstStyle/>
          <a:p>
            <a:endParaRPr lang="nl-BE"/>
          </a:p>
        </p:txBody>
      </p:sp>
      <p:sp>
        <p:nvSpPr>
          <p:cNvPr id="6" name="Slide Number Placeholder 5"/>
          <p:cNvSpPr>
            <a:spLocks noGrp="1"/>
          </p:cNvSpPr>
          <p:nvPr>
            <p:ph type="sldNum" sz="quarter" idx="12"/>
          </p:nvPr>
        </p:nvSpPr>
        <p:spPr/>
        <p:txBody>
          <a:bodyPr/>
          <a:lstStyle/>
          <a:p>
            <a:fld id="{75E9C3EB-3209-46C0-A1BF-04B855C83966}" type="slidenum">
              <a:rPr lang="nl-BE" smtClean="0"/>
              <a:t>‹#›</a:t>
            </a:fld>
            <a:endParaRPr lang="nl-BE"/>
          </a:p>
        </p:txBody>
      </p:sp>
      <p:sp>
        <p:nvSpPr>
          <p:cNvPr id="7" name="TextBox 6">
            <a:extLst>
              <a:ext uri="{FF2B5EF4-FFF2-40B4-BE49-F238E27FC236}">
                <a16:creationId xmlns:a16="http://schemas.microsoft.com/office/drawing/2014/main" id="{32F62EAB-314F-C75A-21DD-AB2C064388D5}"/>
              </a:ext>
            </a:extLst>
          </p:cNvPr>
          <p:cNvSpPr txBox="1"/>
          <p:nvPr userDrawn="1"/>
        </p:nvSpPr>
        <p:spPr>
          <a:xfrm>
            <a:off x="419054" y="6299200"/>
            <a:ext cx="1982240" cy="276999"/>
          </a:xfrm>
          <a:prstGeom prst="rect">
            <a:avLst/>
          </a:prstGeom>
          <a:noFill/>
        </p:spPr>
        <p:txBody>
          <a:bodyPr wrap="square" rtlCol="0">
            <a:spAutoFit/>
          </a:bodyPr>
          <a:lstStyle/>
          <a:p>
            <a:pPr algn="l"/>
            <a:r>
              <a:rPr lang="en-US" sz="1200" b="1" dirty="0">
                <a:solidFill>
                  <a:srgbClr val="CC6600"/>
                </a:solidFill>
              </a:rPr>
              <a:t>@LADUGA_LADOGA</a:t>
            </a:r>
            <a:endParaRPr lang="nl-BE" sz="1200" b="1" dirty="0">
              <a:solidFill>
                <a:srgbClr val="CC6600"/>
              </a:solidFill>
            </a:endParaRPr>
          </a:p>
        </p:txBody>
      </p:sp>
      <p:sp>
        <p:nvSpPr>
          <p:cNvPr id="8" name="TextBox 7">
            <a:extLst>
              <a:ext uri="{FF2B5EF4-FFF2-40B4-BE49-F238E27FC236}">
                <a16:creationId xmlns:a16="http://schemas.microsoft.com/office/drawing/2014/main" id="{C0EE0B99-DB1E-7DFC-9C7B-70FA11250A1B}"/>
              </a:ext>
            </a:extLst>
          </p:cNvPr>
          <p:cNvSpPr txBox="1"/>
          <p:nvPr userDrawn="1"/>
        </p:nvSpPr>
        <p:spPr>
          <a:xfrm>
            <a:off x="3832529" y="6299200"/>
            <a:ext cx="7863840" cy="307777"/>
          </a:xfrm>
          <a:prstGeom prst="rect">
            <a:avLst/>
          </a:prstGeom>
          <a:noFill/>
        </p:spPr>
        <p:txBody>
          <a:bodyPr wrap="square" rtlCol="0">
            <a:spAutoFit/>
          </a:bodyPr>
          <a:lstStyle/>
          <a:p>
            <a:pPr marL="0" marR="0" lvl="0" indent="0" algn="r" defTabSz="457200" rtl="0" eaLnBrk="1" fontAlgn="auto" latinLnBrk="0" hangingPunct="1">
              <a:lnSpc>
                <a:spcPct val="100000"/>
              </a:lnSpc>
              <a:spcBef>
                <a:spcPts val="0"/>
              </a:spcBef>
              <a:spcAft>
                <a:spcPts val="0"/>
              </a:spcAft>
              <a:buClrTx/>
              <a:buSzTx/>
              <a:buFontTx/>
              <a:buNone/>
              <a:tabLst/>
              <a:defRPr/>
            </a:pPr>
            <a:r>
              <a:rPr kumimoji="0" lang="ru-RU" sz="1400" b="1" i="0" u="none" strike="noStrike" kern="1200" cap="none" spc="0" normalizeH="0" baseline="0" noProof="0" dirty="0">
                <a:ln>
                  <a:noFill/>
                </a:ln>
                <a:solidFill>
                  <a:srgbClr val="CC6600"/>
                </a:solidFill>
                <a:effectLst/>
                <a:uLnTx/>
                <a:uFillTx/>
                <a:ea typeface="+mn-ea"/>
                <a:cs typeface="+mn-cs"/>
              </a:rPr>
              <a:t>И.А. </a:t>
            </a:r>
            <a:r>
              <a:rPr lang="ru-RU" sz="1400" b="1" kern="1200" noProof="0" dirty="0">
                <a:solidFill>
                  <a:srgbClr val="CC6600"/>
                </a:solidFill>
                <a:latin typeface="+mn-lt"/>
                <a:ea typeface="+mn-ea"/>
                <a:cs typeface="+mn-cs"/>
              </a:rPr>
              <a:t>Дахкильгов</a:t>
            </a:r>
            <a:r>
              <a:rPr kumimoji="0" lang="ru-RU" sz="1400" b="1" i="0" u="none" strike="noStrike" kern="1200" cap="none" spc="0" normalizeH="0" baseline="0" noProof="0" dirty="0">
                <a:ln>
                  <a:noFill/>
                </a:ln>
                <a:solidFill>
                  <a:srgbClr val="CC6600"/>
                </a:solidFill>
                <a:effectLst/>
                <a:uLnTx/>
                <a:uFillTx/>
                <a:ea typeface="+mn-ea"/>
                <a:cs typeface="+mn-cs"/>
              </a:rPr>
              <a:t>. Хьехаме дувцарш - поучительные рассказы-притчи.</a:t>
            </a:r>
            <a:r>
              <a:rPr kumimoji="0" lang="en-US" sz="1400" b="1" i="0" u="none" strike="noStrike" kern="1200" cap="none" spc="0" normalizeH="0" baseline="0" noProof="0" dirty="0">
                <a:ln>
                  <a:noFill/>
                </a:ln>
                <a:solidFill>
                  <a:srgbClr val="CC6600"/>
                </a:solidFill>
                <a:effectLst/>
                <a:uLnTx/>
                <a:uFillTx/>
                <a:ea typeface="+mn-ea"/>
                <a:cs typeface="+mn-cs"/>
              </a:rPr>
              <a:t> </a:t>
            </a:r>
            <a:r>
              <a:rPr kumimoji="0" lang="ru-RU" sz="1400" b="1" i="0" u="none" strike="noStrike" kern="1200" cap="none" spc="0" normalizeH="0" baseline="0" noProof="0" dirty="0">
                <a:ln>
                  <a:noFill/>
                </a:ln>
                <a:solidFill>
                  <a:srgbClr val="CC6600"/>
                </a:solidFill>
                <a:effectLst/>
                <a:uLnTx/>
                <a:uFillTx/>
                <a:ea typeface="+mn-ea"/>
                <a:cs typeface="+mn-cs"/>
              </a:rPr>
              <a:t>Из ингушского фольклора.</a:t>
            </a:r>
            <a:endParaRPr lang="nl-BE" sz="1400" b="1" dirty="0">
              <a:solidFill>
                <a:srgbClr val="CC6600"/>
              </a:solidFill>
            </a:endParaRPr>
          </a:p>
        </p:txBody>
      </p:sp>
    </p:spTree>
    <p:extLst>
      <p:ext uri="{BB962C8B-B14F-4D97-AF65-F5344CB8AC3E}">
        <p14:creationId xmlns:p14="http://schemas.microsoft.com/office/powerpoint/2010/main" val="3005231634"/>
      </p:ext>
    </p:extLst>
  </p:cSld>
  <p:clrMapOvr>
    <a:masterClrMapping/>
  </p:clrMapOvr>
  <p:transition spd="slow">
    <p:cover/>
  </p:transition>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1454239" y="1756130"/>
            <a:ext cx="8643154" cy="1887950"/>
          </a:xfrm>
        </p:spPr>
        <p:txBody>
          <a:bodyPr anchor="b">
            <a:normAutofit/>
          </a:bodyPr>
          <a:lstStyle>
            <a:lvl1pPr algn="l">
              <a:defRPr sz="3600"/>
            </a:lvl1pPr>
          </a:lstStyle>
          <a:p>
            <a:r>
              <a:rPr lang="en-US"/>
              <a:t>Click to edit Master title style</a:t>
            </a:r>
            <a:endParaRPr lang="en-US" dirty="0"/>
          </a:p>
        </p:txBody>
      </p:sp>
      <p:sp>
        <p:nvSpPr>
          <p:cNvPr id="3" name="Text Placeholder 2"/>
          <p:cNvSpPr>
            <a:spLocks noGrp="1"/>
          </p:cNvSpPr>
          <p:nvPr>
            <p:ph type="body" idx="1"/>
          </p:nvPr>
        </p:nvSpPr>
        <p:spPr>
          <a:xfrm>
            <a:off x="1454239" y="3806195"/>
            <a:ext cx="8630446" cy="1012929"/>
          </a:xfrm>
        </p:spPr>
        <p:txBody>
          <a:bodyPr tIns="91440">
            <a:normAutofit/>
          </a:bodyPr>
          <a:lstStyle>
            <a:lvl1pPr marL="0" indent="0" algn="l">
              <a:buNone/>
              <a:defRPr sz="1800">
                <a:solidFill>
                  <a:schemeClr val="tx1"/>
                </a:solidFill>
              </a:defRPr>
            </a:lvl1pPr>
            <a:lvl2pPr marL="457200" indent="0">
              <a:buNone/>
              <a:defRPr sz="18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9D986570-2C26-4E5F-9D28-4D18F9BAC427}" type="datetimeFigureOut">
              <a:rPr lang="nl-BE" smtClean="0"/>
              <a:t>9/06/2026</a:t>
            </a:fld>
            <a:endParaRPr lang="nl-BE"/>
          </a:p>
        </p:txBody>
      </p:sp>
      <p:sp>
        <p:nvSpPr>
          <p:cNvPr id="5" name="Footer Placeholder 4"/>
          <p:cNvSpPr>
            <a:spLocks noGrp="1"/>
          </p:cNvSpPr>
          <p:nvPr>
            <p:ph type="ftr" sz="quarter" idx="11"/>
          </p:nvPr>
        </p:nvSpPr>
        <p:spPr/>
        <p:txBody>
          <a:bodyPr/>
          <a:lstStyle/>
          <a:p>
            <a:endParaRPr lang="nl-BE"/>
          </a:p>
        </p:txBody>
      </p:sp>
      <p:sp>
        <p:nvSpPr>
          <p:cNvPr id="6" name="Slide Number Placeholder 5"/>
          <p:cNvSpPr>
            <a:spLocks noGrp="1"/>
          </p:cNvSpPr>
          <p:nvPr>
            <p:ph type="sldNum" sz="quarter" idx="12"/>
          </p:nvPr>
        </p:nvSpPr>
        <p:spPr/>
        <p:txBody>
          <a:bodyPr/>
          <a:lstStyle/>
          <a:p>
            <a:fld id="{75E9C3EB-3209-46C0-A1BF-04B855C83966}" type="slidenum">
              <a:rPr lang="nl-BE" smtClean="0"/>
              <a:t>‹#›</a:t>
            </a:fld>
            <a:endParaRPr lang="nl-BE"/>
          </a:p>
        </p:txBody>
      </p:sp>
      <p:cxnSp>
        <p:nvCxnSpPr>
          <p:cNvPr id="15" name="Straight Connector 14"/>
          <p:cNvCxnSpPr/>
          <p:nvPr/>
        </p:nvCxnSpPr>
        <p:spPr>
          <a:xfrm>
            <a:off x="1454239" y="3804985"/>
            <a:ext cx="8630446" cy="0"/>
          </a:xfrm>
          <a:prstGeom prst="line">
            <a:avLst/>
          </a:prstGeom>
          <a:ln w="31750"/>
        </p:spPr>
        <p:style>
          <a:lnRef idx="3">
            <a:schemeClr val="accent1"/>
          </a:lnRef>
          <a:fillRef idx="0">
            <a:schemeClr val="accent1"/>
          </a:fillRef>
          <a:effectRef idx="2">
            <a:schemeClr val="accent1"/>
          </a:effectRef>
          <a:fontRef idx="minor">
            <a:schemeClr val="tx1"/>
          </a:fontRef>
        </p:style>
      </p:cxnSp>
    </p:spTree>
    <p:extLst>
      <p:ext uri="{BB962C8B-B14F-4D97-AF65-F5344CB8AC3E}">
        <p14:creationId xmlns:p14="http://schemas.microsoft.com/office/powerpoint/2010/main" val="2600083104"/>
      </p:ext>
    </p:extLst>
  </p:cSld>
  <p:clrMapOvr>
    <a:masterClrMapping/>
  </p:clrMapOvr>
  <p:transition spd="slow">
    <p:cover/>
  </p:transition>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1449217" y="804889"/>
            <a:ext cx="9605635" cy="1059305"/>
          </a:xfrm>
        </p:spPr>
        <p:txBody>
          <a:bodyPr/>
          <a:lstStyle/>
          <a:p>
            <a:r>
              <a:rPr lang="en-US"/>
              <a:t>Click to edit Master title style</a:t>
            </a:r>
            <a:endParaRPr lang="en-US" dirty="0"/>
          </a:p>
        </p:txBody>
      </p:sp>
      <p:sp>
        <p:nvSpPr>
          <p:cNvPr id="3" name="Content Placeholder 2"/>
          <p:cNvSpPr>
            <a:spLocks noGrp="1"/>
          </p:cNvSpPr>
          <p:nvPr>
            <p:ph sz="half" idx="1"/>
          </p:nvPr>
        </p:nvSpPr>
        <p:spPr>
          <a:xfrm>
            <a:off x="1447331" y="2010878"/>
            <a:ext cx="4645152" cy="3448595"/>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6413771" y="2017343"/>
            <a:ext cx="4645152" cy="344152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9D986570-2C26-4E5F-9D28-4D18F9BAC427}" type="datetimeFigureOut">
              <a:rPr lang="nl-BE" smtClean="0"/>
              <a:t>9/06/2026</a:t>
            </a:fld>
            <a:endParaRPr lang="nl-BE" dirty="0"/>
          </a:p>
        </p:txBody>
      </p:sp>
      <p:sp>
        <p:nvSpPr>
          <p:cNvPr id="6" name="Footer Placeholder 5"/>
          <p:cNvSpPr>
            <a:spLocks noGrp="1"/>
          </p:cNvSpPr>
          <p:nvPr>
            <p:ph type="ftr" sz="quarter" idx="11"/>
          </p:nvPr>
        </p:nvSpPr>
        <p:spPr/>
        <p:txBody>
          <a:bodyPr/>
          <a:lstStyle/>
          <a:p>
            <a:endParaRPr lang="nl-BE" dirty="0"/>
          </a:p>
        </p:txBody>
      </p:sp>
      <p:sp>
        <p:nvSpPr>
          <p:cNvPr id="7" name="Slide Number Placeholder 6"/>
          <p:cNvSpPr>
            <a:spLocks noGrp="1"/>
          </p:cNvSpPr>
          <p:nvPr>
            <p:ph type="sldNum" sz="quarter" idx="12"/>
          </p:nvPr>
        </p:nvSpPr>
        <p:spPr/>
        <p:txBody>
          <a:bodyPr/>
          <a:lstStyle/>
          <a:p>
            <a:fld id="{75E9C3EB-3209-46C0-A1BF-04B855C83966}" type="slidenum">
              <a:rPr lang="nl-BE" smtClean="0"/>
              <a:t>‹#›</a:t>
            </a:fld>
            <a:endParaRPr lang="nl-BE"/>
          </a:p>
        </p:txBody>
      </p:sp>
      <p:cxnSp>
        <p:nvCxnSpPr>
          <p:cNvPr id="35" name="Straight Connector 34"/>
          <p:cNvCxnSpPr/>
          <p:nvPr/>
        </p:nvCxnSpPr>
        <p:spPr>
          <a:xfrm>
            <a:off x="1453896" y="1847088"/>
            <a:ext cx="9607522" cy="0"/>
          </a:xfrm>
          <a:prstGeom prst="line">
            <a:avLst/>
          </a:prstGeom>
          <a:ln w="31750"/>
        </p:spPr>
        <p:style>
          <a:lnRef idx="3">
            <a:schemeClr val="accent1"/>
          </a:lnRef>
          <a:fillRef idx="0">
            <a:schemeClr val="accent1"/>
          </a:fillRef>
          <a:effectRef idx="2">
            <a:schemeClr val="accent1"/>
          </a:effectRef>
          <a:fontRef idx="minor">
            <a:schemeClr val="tx1"/>
          </a:fontRef>
        </p:style>
      </p:cxnSp>
    </p:spTree>
    <p:extLst>
      <p:ext uri="{BB962C8B-B14F-4D97-AF65-F5344CB8AC3E}">
        <p14:creationId xmlns:p14="http://schemas.microsoft.com/office/powerpoint/2010/main" val="1459756922"/>
      </p:ext>
    </p:extLst>
  </p:cSld>
  <p:clrMapOvr>
    <a:masterClrMapping/>
  </p:clrMapOvr>
  <p:transition spd="slow">
    <p:cover/>
  </p:transition>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1447191" y="804163"/>
            <a:ext cx="9607661" cy="1056319"/>
          </a:xfrm>
        </p:spPr>
        <p:txBody>
          <a:bodyPr/>
          <a:lstStyle/>
          <a:p>
            <a:r>
              <a:rPr lang="en-US"/>
              <a:t>Click to edit Master title style</a:t>
            </a:r>
            <a:endParaRPr lang="en-US" dirty="0"/>
          </a:p>
        </p:txBody>
      </p:sp>
      <p:sp>
        <p:nvSpPr>
          <p:cNvPr id="3" name="Text Placeholder 2"/>
          <p:cNvSpPr>
            <a:spLocks noGrp="1"/>
          </p:cNvSpPr>
          <p:nvPr>
            <p:ph type="body" idx="1"/>
          </p:nvPr>
        </p:nvSpPr>
        <p:spPr>
          <a:xfrm>
            <a:off x="1447191" y="2019549"/>
            <a:ext cx="4645152" cy="801943"/>
          </a:xfrm>
        </p:spPr>
        <p:txBody>
          <a:bodyPr anchor="b">
            <a:normAutofit/>
          </a:bodyPr>
          <a:lstStyle>
            <a:lvl1pPr marL="0" indent="0">
              <a:lnSpc>
                <a:spcPct val="100000"/>
              </a:lnSpc>
              <a:buNone/>
              <a:defRPr sz="2200" b="0" cap="all" baseline="0">
                <a:solidFill>
                  <a:schemeClr val="accent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1447191" y="2824269"/>
            <a:ext cx="4645152" cy="2644457"/>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6412362" y="2023003"/>
            <a:ext cx="4645152" cy="802237"/>
          </a:xfrm>
        </p:spPr>
        <p:txBody>
          <a:bodyPr anchor="b">
            <a:normAutofit/>
          </a:bodyPr>
          <a:lstStyle>
            <a:lvl1pPr marL="0" indent="0">
              <a:lnSpc>
                <a:spcPct val="100000"/>
              </a:lnSpc>
              <a:buNone/>
              <a:defRPr sz="2200" b="0" cap="all" baseline="0">
                <a:solidFill>
                  <a:schemeClr val="accent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412362" y="2821491"/>
            <a:ext cx="4645152" cy="2637371"/>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9D986570-2C26-4E5F-9D28-4D18F9BAC427}" type="datetimeFigureOut">
              <a:rPr lang="nl-BE" smtClean="0"/>
              <a:t>9/06/2026</a:t>
            </a:fld>
            <a:endParaRPr lang="nl-BE"/>
          </a:p>
        </p:txBody>
      </p:sp>
      <p:sp>
        <p:nvSpPr>
          <p:cNvPr id="8" name="Footer Placeholder 7"/>
          <p:cNvSpPr>
            <a:spLocks noGrp="1"/>
          </p:cNvSpPr>
          <p:nvPr>
            <p:ph type="ftr" sz="quarter" idx="11"/>
          </p:nvPr>
        </p:nvSpPr>
        <p:spPr/>
        <p:txBody>
          <a:bodyPr/>
          <a:lstStyle/>
          <a:p>
            <a:endParaRPr lang="nl-BE"/>
          </a:p>
        </p:txBody>
      </p:sp>
      <p:sp>
        <p:nvSpPr>
          <p:cNvPr id="9" name="Slide Number Placeholder 8"/>
          <p:cNvSpPr>
            <a:spLocks noGrp="1"/>
          </p:cNvSpPr>
          <p:nvPr>
            <p:ph type="sldNum" sz="quarter" idx="12"/>
          </p:nvPr>
        </p:nvSpPr>
        <p:spPr/>
        <p:txBody>
          <a:bodyPr/>
          <a:lstStyle/>
          <a:p>
            <a:fld id="{75E9C3EB-3209-46C0-A1BF-04B855C83966}" type="slidenum">
              <a:rPr lang="nl-BE" smtClean="0"/>
              <a:t>‹#›</a:t>
            </a:fld>
            <a:endParaRPr lang="nl-BE"/>
          </a:p>
        </p:txBody>
      </p:sp>
      <p:cxnSp>
        <p:nvCxnSpPr>
          <p:cNvPr id="29" name="Straight Connector 28"/>
          <p:cNvCxnSpPr/>
          <p:nvPr/>
        </p:nvCxnSpPr>
        <p:spPr>
          <a:xfrm>
            <a:off x="1453896" y="1847088"/>
            <a:ext cx="9607522" cy="0"/>
          </a:xfrm>
          <a:prstGeom prst="line">
            <a:avLst/>
          </a:prstGeom>
          <a:ln w="31750"/>
        </p:spPr>
        <p:style>
          <a:lnRef idx="3">
            <a:schemeClr val="accent1"/>
          </a:lnRef>
          <a:fillRef idx="0">
            <a:schemeClr val="accent1"/>
          </a:fillRef>
          <a:effectRef idx="2">
            <a:schemeClr val="accent1"/>
          </a:effectRef>
          <a:fontRef idx="minor">
            <a:schemeClr val="tx1"/>
          </a:fontRef>
        </p:style>
      </p:cxnSp>
    </p:spTree>
    <p:extLst>
      <p:ext uri="{BB962C8B-B14F-4D97-AF65-F5344CB8AC3E}">
        <p14:creationId xmlns:p14="http://schemas.microsoft.com/office/powerpoint/2010/main" val="1422309565"/>
      </p:ext>
    </p:extLst>
  </p:cSld>
  <p:clrMapOvr>
    <a:masterClrMapping/>
  </p:clrMapOvr>
  <p:transition spd="slow">
    <p:cover/>
  </p:transition>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9D986570-2C26-4E5F-9D28-4D18F9BAC427}" type="datetimeFigureOut">
              <a:rPr lang="nl-BE" smtClean="0"/>
              <a:t>9/06/2026</a:t>
            </a:fld>
            <a:endParaRPr lang="nl-BE"/>
          </a:p>
        </p:txBody>
      </p:sp>
      <p:sp>
        <p:nvSpPr>
          <p:cNvPr id="4" name="Footer Placeholder 3"/>
          <p:cNvSpPr>
            <a:spLocks noGrp="1"/>
          </p:cNvSpPr>
          <p:nvPr>
            <p:ph type="ftr" sz="quarter" idx="11"/>
          </p:nvPr>
        </p:nvSpPr>
        <p:spPr/>
        <p:txBody>
          <a:bodyPr/>
          <a:lstStyle/>
          <a:p>
            <a:endParaRPr lang="nl-BE"/>
          </a:p>
        </p:txBody>
      </p:sp>
      <p:sp>
        <p:nvSpPr>
          <p:cNvPr id="5" name="Slide Number Placeholder 4"/>
          <p:cNvSpPr>
            <a:spLocks noGrp="1"/>
          </p:cNvSpPr>
          <p:nvPr>
            <p:ph type="sldNum" sz="quarter" idx="12"/>
          </p:nvPr>
        </p:nvSpPr>
        <p:spPr/>
        <p:txBody>
          <a:bodyPr/>
          <a:lstStyle/>
          <a:p>
            <a:fld id="{75E9C3EB-3209-46C0-A1BF-04B855C83966}" type="slidenum">
              <a:rPr lang="nl-BE" smtClean="0"/>
              <a:t>‹#›</a:t>
            </a:fld>
            <a:endParaRPr lang="nl-BE"/>
          </a:p>
        </p:txBody>
      </p:sp>
      <p:cxnSp>
        <p:nvCxnSpPr>
          <p:cNvPr id="25" name="Straight Connector 24"/>
          <p:cNvCxnSpPr/>
          <p:nvPr/>
        </p:nvCxnSpPr>
        <p:spPr>
          <a:xfrm>
            <a:off x="1453896" y="1847088"/>
            <a:ext cx="9607522" cy="0"/>
          </a:xfrm>
          <a:prstGeom prst="line">
            <a:avLst/>
          </a:prstGeom>
          <a:ln w="31750"/>
        </p:spPr>
        <p:style>
          <a:lnRef idx="3">
            <a:schemeClr val="accent1"/>
          </a:lnRef>
          <a:fillRef idx="0">
            <a:schemeClr val="accent1"/>
          </a:fillRef>
          <a:effectRef idx="2">
            <a:schemeClr val="accent1"/>
          </a:effectRef>
          <a:fontRef idx="minor">
            <a:schemeClr val="tx1"/>
          </a:fontRef>
        </p:style>
      </p:cxnSp>
    </p:spTree>
    <p:extLst>
      <p:ext uri="{BB962C8B-B14F-4D97-AF65-F5344CB8AC3E}">
        <p14:creationId xmlns:p14="http://schemas.microsoft.com/office/powerpoint/2010/main" val="2457941629"/>
      </p:ext>
    </p:extLst>
  </p:cSld>
  <p:clrMapOvr>
    <a:masterClrMapping/>
  </p:clrMapOvr>
  <p:transition spd="slow">
    <p:cover/>
  </p:transition>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9D986570-2C26-4E5F-9D28-4D18F9BAC427}" type="datetimeFigureOut">
              <a:rPr lang="nl-BE" smtClean="0"/>
              <a:t>9/06/2026</a:t>
            </a:fld>
            <a:endParaRPr lang="nl-BE"/>
          </a:p>
        </p:txBody>
      </p:sp>
      <p:sp>
        <p:nvSpPr>
          <p:cNvPr id="3" name="Footer Placeholder 2"/>
          <p:cNvSpPr>
            <a:spLocks noGrp="1"/>
          </p:cNvSpPr>
          <p:nvPr>
            <p:ph type="ftr" sz="quarter" idx="11"/>
          </p:nvPr>
        </p:nvSpPr>
        <p:spPr/>
        <p:txBody>
          <a:bodyPr/>
          <a:lstStyle/>
          <a:p>
            <a:endParaRPr lang="nl-BE"/>
          </a:p>
        </p:txBody>
      </p:sp>
      <p:sp>
        <p:nvSpPr>
          <p:cNvPr id="4" name="Slide Number Placeholder 3"/>
          <p:cNvSpPr>
            <a:spLocks noGrp="1"/>
          </p:cNvSpPr>
          <p:nvPr>
            <p:ph type="sldNum" sz="quarter" idx="12"/>
          </p:nvPr>
        </p:nvSpPr>
        <p:spPr/>
        <p:txBody>
          <a:bodyPr/>
          <a:lstStyle/>
          <a:p>
            <a:fld id="{75E9C3EB-3209-46C0-A1BF-04B855C83966}" type="slidenum">
              <a:rPr lang="nl-BE" smtClean="0"/>
              <a:t>‹#›</a:t>
            </a:fld>
            <a:endParaRPr lang="nl-BE"/>
          </a:p>
        </p:txBody>
      </p:sp>
    </p:spTree>
    <p:extLst>
      <p:ext uri="{BB962C8B-B14F-4D97-AF65-F5344CB8AC3E}">
        <p14:creationId xmlns:p14="http://schemas.microsoft.com/office/powerpoint/2010/main" val="3747484124"/>
      </p:ext>
    </p:extLst>
  </p:cSld>
  <p:clrMapOvr>
    <a:masterClrMapping/>
  </p:clrMapOvr>
  <p:transition spd="slow">
    <p:cover/>
  </p:transition>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444671" y="798973"/>
            <a:ext cx="3273099" cy="2247117"/>
          </a:xfrm>
        </p:spPr>
        <p:txBody>
          <a:bodyPr anchor="b">
            <a:normAutofit/>
          </a:bodyPr>
          <a:lstStyle>
            <a:lvl1pPr algn="l">
              <a:defRPr sz="2400"/>
            </a:lvl1pPr>
          </a:lstStyle>
          <a:p>
            <a:r>
              <a:rPr lang="en-US"/>
              <a:t>Click to edit Master title style</a:t>
            </a:r>
            <a:endParaRPr lang="en-US" dirty="0"/>
          </a:p>
        </p:txBody>
      </p:sp>
      <p:sp>
        <p:nvSpPr>
          <p:cNvPr id="3" name="Content Placeholder 2"/>
          <p:cNvSpPr>
            <a:spLocks noGrp="1"/>
          </p:cNvSpPr>
          <p:nvPr>
            <p:ph idx="1"/>
          </p:nvPr>
        </p:nvSpPr>
        <p:spPr>
          <a:xfrm>
            <a:off x="5043714" y="798974"/>
            <a:ext cx="6012470" cy="4658826"/>
          </a:xfrm>
        </p:spPr>
        <p:txBody>
          <a:bodyPr anchor="ct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1444671" y="3205491"/>
            <a:ext cx="3275013" cy="2248181"/>
          </a:xfrm>
        </p:spPr>
        <p:txBody>
          <a:bodyPr/>
          <a:lstStyle>
            <a:lvl1pPr marL="0" indent="0" algn="l">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9D986570-2C26-4E5F-9D28-4D18F9BAC427}" type="datetimeFigureOut">
              <a:rPr lang="nl-BE" smtClean="0"/>
              <a:t>9/06/2026</a:t>
            </a:fld>
            <a:endParaRPr lang="nl-BE"/>
          </a:p>
        </p:txBody>
      </p:sp>
      <p:sp>
        <p:nvSpPr>
          <p:cNvPr id="6" name="Footer Placeholder 5"/>
          <p:cNvSpPr>
            <a:spLocks noGrp="1"/>
          </p:cNvSpPr>
          <p:nvPr>
            <p:ph type="ftr" sz="quarter" idx="11"/>
          </p:nvPr>
        </p:nvSpPr>
        <p:spPr/>
        <p:txBody>
          <a:bodyPr/>
          <a:lstStyle/>
          <a:p>
            <a:endParaRPr lang="nl-BE"/>
          </a:p>
        </p:txBody>
      </p:sp>
      <p:sp>
        <p:nvSpPr>
          <p:cNvPr id="7" name="Slide Number Placeholder 6"/>
          <p:cNvSpPr>
            <a:spLocks noGrp="1"/>
          </p:cNvSpPr>
          <p:nvPr>
            <p:ph type="sldNum" sz="quarter" idx="12"/>
          </p:nvPr>
        </p:nvSpPr>
        <p:spPr/>
        <p:txBody>
          <a:bodyPr/>
          <a:lstStyle/>
          <a:p>
            <a:fld id="{75E9C3EB-3209-46C0-A1BF-04B855C83966}" type="slidenum">
              <a:rPr lang="nl-BE" smtClean="0"/>
              <a:t>‹#›</a:t>
            </a:fld>
            <a:endParaRPr lang="nl-BE"/>
          </a:p>
        </p:txBody>
      </p:sp>
      <p:cxnSp>
        <p:nvCxnSpPr>
          <p:cNvPr id="17" name="Straight Connector 16"/>
          <p:cNvCxnSpPr/>
          <p:nvPr/>
        </p:nvCxnSpPr>
        <p:spPr>
          <a:xfrm>
            <a:off x="1448280" y="3205491"/>
            <a:ext cx="3269490" cy="0"/>
          </a:xfrm>
          <a:prstGeom prst="line">
            <a:avLst/>
          </a:prstGeom>
          <a:ln w="31750"/>
        </p:spPr>
        <p:style>
          <a:lnRef idx="3">
            <a:schemeClr val="accent1"/>
          </a:lnRef>
          <a:fillRef idx="0">
            <a:schemeClr val="accent1"/>
          </a:fillRef>
          <a:effectRef idx="2">
            <a:schemeClr val="accent1"/>
          </a:effectRef>
          <a:fontRef idx="minor">
            <a:schemeClr val="tx1"/>
          </a:fontRef>
        </p:style>
      </p:cxnSp>
    </p:spTree>
    <p:extLst>
      <p:ext uri="{BB962C8B-B14F-4D97-AF65-F5344CB8AC3E}">
        <p14:creationId xmlns:p14="http://schemas.microsoft.com/office/powerpoint/2010/main" val="1848654808"/>
      </p:ext>
    </p:extLst>
  </p:cSld>
  <p:clrMapOvr>
    <a:masterClrMapping/>
  </p:clrMapOvr>
  <p:transition spd="slow">
    <p:cover/>
  </p:transition>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grpSp>
        <p:nvGrpSpPr>
          <p:cNvPr id="8" name="Group 7"/>
          <p:cNvGrpSpPr/>
          <p:nvPr/>
        </p:nvGrpSpPr>
        <p:grpSpPr>
          <a:xfrm>
            <a:off x="7477387" y="482170"/>
            <a:ext cx="4074533" cy="5149101"/>
            <a:chOff x="7477387" y="482170"/>
            <a:chExt cx="4074533" cy="5149101"/>
          </a:xfrm>
        </p:grpSpPr>
        <p:sp>
          <p:nvSpPr>
            <p:cNvPr id="18" name="Rectangle 17"/>
            <p:cNvSpPr/>
            <p:nvPr/>
          </p:nvSpPr>
          <p:spPr bwMode="black">
            <a:xfrm>
              <a:off x="7477387" y="482170"/>
              <a:ext cx="4074533" cy="5149101"/>
            </a:xfrm>
            <a:prstGeom prst="rect">
              <a:avLst/>
            </a:prstGeom>
            <a:gradFill>
              <a:gsLst>
                <a:gs pos="0">
                  <a:srgbClr val="000001"/>
                </a:gs>
                <a:gs pos="100000">
                  <a:srgbClr val="191919"/>
                </a:gs>
              </a:gsLst>
            </a:gradFill>
            <a:ln w="76200" cmpd="sng">
              <a:noFill/>
              <a:miter lim="800000"/>
            </a:ln>
            <a:effectLst>
              <a:outerShdw blurRad="127000" dist="228600" dir="4740000" sx="98000" sy="98000" algn="tl" rotWithShape="0">
                <a:srgbClr val="000000">
                  <a:alpha val="34000"/>
                </a:srgbClr>
              </a:outerShdw>
            </a:effectLst>
            <a:scene3d>
              <a:camera prst="orthographicFront"/>
              <a:lightRig rig="threePt" dir="t"/>
            </a:scene3d>
            <a:sp3d>
              <a:bevelT w="152400" h="50800" prst="softRound"/>
            </a:sp3d>
          </p:spPr>
          <p:style>
            <a:lnRef idx="1">
              <a:schemeClr val="accent1"/>
            </a:lnRef>
            <a:fillRef idx="3">
              <a:schemeClr val="accent1"/>
            </a:fillRef>
            <a:effectRef idx="2">
              <a:schemeClr val="accent1"/>
            </a:effectRef>
            <a:fontRef idx="minor">
              <a:schemeClr val="lt1"/>
            </a:fontRef>
          </p:style>
        </p:sp>
        <p:sp>
          <p:nvSpPr>
            <p:cNvPr id="19" name="Rectangle 18"/>
            <p:cNvSpPr/>
            <p:nvPr/>
          </p:nvSpPr>
          <p:spPr bwMode="blackWhite">
            <a:xfrm>
              <a:off x="7790446" y="812506"/>
              <a:ext cx="3450289" cy="4466452"/>
            </a:xfrm>
            <a:prstGeom prst="rect">
              <a:avLst/>
            </a:prstGeom>
            <a:gradFill>
              <a:gsLst>
                <a:gs pos="0">
                  <a:srgbClr val="DADADA"/>
                </a:gs>
                <a:gs pos="100000">
                  <a:srgbClr val="FFFFFE"/>
                </a:gs>
              </a:gsLst>
              <a:lin ang="16200000" scaled="0"/>
            </a:gradFill>
            <a:ln w="50800" cmpd="sng">
              <a:solidFill>
                <a:srgbClr val="191919"/>
              </a:solidFill>
              <a:miter lim="800000"/>
            </a:ln>
            <a:effectLst>
              <a:innerShdw blurRad="63500" dist="88900" dir="14100000">
                <a:srgbClr val="000000">
                  <a:alpha val="30000"/>
                </a:srgbClr>
              </a:innerShdw>
            </a:effectLst>
            <a:scene3d>
              <a:camera prst="orthographicFront"/>
              <a:lightRig rig="threePt" dir="t"/>
            </a:scene3d>
            <a:sp3d>
              <a:bevelT prst="relaxedInset"/>
            </a:sp3d>
          </p:spPr>
          <p:style>
            <a:lnRef idx="1">
              <a:schemeClr val="accent1"/>
            </a:lnRef>
            <a:fillRef idx="3">
              <a:schemeClr val="accent1"/>
            </a:fillRef>
            <a:effectRef idx="2">
              <a:schemeClr val="accent1"/>
            </a:effectRef>
            <a:fontRef idx="minor">
              <a:schemeClr val="lt1"/>
            </a:fontRef>
          </p:style>
        </p:sp>
      </p:grpSp>
      <p:sp>
        <p:nvSpPr>
          <p:cNvPr id="2" name="Title 1"/>
          <p:cNvSpPr>
            <a:spLocks noGrp="1"/>
          </p:cNvSpPr>
          <p:nvPr>
            <p:ph type="title"/>
          </p:nvPr>
        </p:nvSpPr>
        <p:spPr>
          <a:xfrm>
            <a:off x="1451206" y="1129513"/>
            <a:ext cx="5532328" cy="1830584"/>
          </a:xfrm>
        </p:spPr>
        <p:txBody>
          <a:bodyPr anchor="b">
            <a:normAutofit/>
          </a:bodyPr>
          <a:lstStyle>
            <a:lvl1pPr>
              <a:defRPr sz="3200"/>
            </a:lvl1pPr>
          </a:lstStyle>
          <a:p>
            <a:r>
              <a:rPr lang="en-US"/>
              <a:t>Click to edit Master title style</a:t>
            </a:r>
            <a:endParaRPr lang="en-US" dirty="0"/>
          </a:p>
        </p:txBody>
      </p:sp>
      <p:sp>
        <p:nvSpPr>
          <p:cNvPr id="3" name="Picture Placeholder 2"/>
          <p:cNvSpPr>
            <a:spLocks noGrp="1" noChangeAspect="1"/>
          </p:cNvSpPr>
          <p:nvPr>
            <p:ph type="pic" idx="1"/>
          </p:nvPr>
        </p:nvSpPr>
        <p:spPr>
          <a:xfrm>
            <a:off x="8124389" y="1122542"/>
            <a:ext cx="2791171" cy="3866327"/>
          </a:xfrm>
          <a:solidFill>
            <a:schemeClr val="bg1">
              <a:lumMod val="85000"/>
            </a:schemeClr>
          </a:solidFill>
          <a:ln w="9525" cap="sq">
            <a:noFill/>
            <a:miter lim="800000"/>
          </a:ln>
          <a:effectLst/>
        </p:spPr>
        <p:txBody>
          <a:bodyPr anchor="t"/>
          <a:lstStyle>
            <a:lvl1pPr marL="0" indent="0" algn="ctr">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endParaRPr lang="en-US" dirty="0"/>
          </a:p>
        </p:txBody>
      </p:sp>
      <p:sp>
        <p:nvSpPr>
          <p:cNvPr id="4" name="Text Placeholder 3"/>
          <p:cNvSpPr>
            <a:spLocks noGrp="1"/>
          </p:cNvSpPr>
          <p:nvPr>
            <p:ph type="body" sz="half" idx="2"/>
          </p:nvPr>
        </p:nvSpPr>
        <p:spPr>
          <a:xfrm>
            <a:off x="1450329" y="3145992"/>
            <a:ext cx="5524404" cy="2003742"/>
          </a:xfrm>
        </p:spPr>
        <p:txBody>
          <a:bodyPr>
            <a:normAutofit/>
          </a:bodyPr>
          <a:lstStyle>
            <a:lvl1pPr marL="0" indent="0" algn="l">
              <a:buNone/>
              <a:defRPr sz="18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a:xfrm>
            <a:off x="1447382" y="5469856"/>
            <a:ext cx="5527351" cy="320123"/>
          </a:xfrm>
        </p:spPr>
        <p:txBody>
          <a:bodyPr/>
          <a:lstStyle>
            <a:lvl1pPr algn="l">
              <a:defRPr/>
            </a:lvl1pPr>
          </a:lstStyle>
          <a:p>
            <a:fld id="{9D986570-2C26-4E5F-9D28-4D18F9BAC427}" type="datetimeFigureOut">
              <a:rPr lang="nl-BE" smtClean="0"/>
              <a:t>9/06/2026</a:t>
            </a:fld>
            <a:endParaRPr lang="nl-BE"/>
          </a:p>
        </p:txBody>
      </p:sp>
      <p:sp>
        <p:nvSpPr>
          <p:cNvPr id="6" name="Footer Placeholder 5"/>
          <p:cNvSpPr>
            <a:spLocks noGrp="1"/>
          </p:cNvSpPr>
          <p:nvPr>
            <p:ph type="ftr" sz="quarter" idx="11"/>
          </p:nvPr>
        </p:nvSpPr>
        <p:spPr>
          <a:xfrm>
            <a:off x="1447382" y="318640"/>
            <a:ext cx="5541004" cy="320931"/>
          </a:xfrm>
        </p:spPr>
        <p:txBody>
          <a:bodyPr/>
          <a:lstStyle/>
          <a:p>
            <a:endParaRPr lang="nl-BE"/>
          </a:p>
        </p:txBody>
      </p:sp>
      <p:sp>
        <p:nvSpPr>
          <p:cNvPr id="7" name="Slide Number Placeholder 6"/>
          <p:cNvSpPr>
            <a:spLocks noGrp="1"/>
          </p:cNvSpPr>
          <p:nvPr>
            <p:ph type="sldNum" sz="quarter" idx="12"/>
          </p:nvPr>
        </p:nvSpPr>
        <p:spPr/>
        <p:txBody>
          <a:bodyPr/>
          <a:lstStyle/>
          <a:p>
            <a:fld id="{75E9C3EB-3209-46C0-A1BF-04B855C83966}" type="slidenum">
              <a:rPr lang="nl-BE" smtClean="0"/>
              <a:t>‹#›</a:t>
            </a:fld>
            <a:endParaRPr lang="nl-BE"/>
          </a:p>
        </p:txBody>
      </p:sp>
      <p:cxnSp>
        <p:nvCxnSpPr>
          <p:cNvPr id="31" name="Straight Connector 30"/>
          <p:cNvCxnSpPr/>
          <p:nvPr/>
        </p:nvCxnSpPr>
        <p:spPr>
          <a:xfrm>
            <a:off x="1447382" y="3143605"/>
            <a:ext cx="5527351" cy="0"/>
          </a:xfrm>
          <a:prstGeom prst="line">
            <a:avLst/>
          </a:prstGeom>
          <a:ln w="31750"/>
        </p:spPr>
        <p:style>
          <a:lnRef idx="3">
            <a:schemeClr val="accent1"/>
          </a:lnRef>
          <a:fillRef idx="0">
            <a:schemeClr val="accent1"/>
          </a:fillRef>
          <a:effectRef idx="2">
            <a:schemeClr val="accent1"/>
          </a:effectRef>
          <a:fontRef idx="minor">
            <a:schemeClr val="tx1"/>
          </a:fontRef>
        </p:style>
      </p:cxnSp>
    </p:spTree>
    <p:extLst>
      <p:ext uri="{BB962C8B-B14F-4D97-AF65-F5344CB8AC3E}">
        <p14:creationId xmlns:p14="http://schemas.microsoft.com/office/powerpoint/2010/main" val="3171820353"/>
      </p:ext>
    </p:extLst>
  </p:cSld>
  <p:clrMapOvr>
    <a:masterClrMapping/>
  </p:clrMapOvr>
  <p:transition spd="slow">
    <p:cover/>
  </p:transition>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9D986570-2C26-4E5F-9D28-4D18F9BAC427}" type="datetimeFigureOut">
              <a:rPr lang="nl-BE" smtClean="0"/>
              <a:t>9/06/2026</a:t>
            </a:fld>
            <a:endParaRPr lang="nl-BE"/>
          </a:p>
        </p:txBody>
      </p:sp>
      <p:sp>
        <p:nvSpPr>
          <p:cNvPr id="5" name="Footer Placeholder 4"/>
          <p:cNvSpPr>
            <a:spLocks noGrp="1"/>
          </p:cNvSpPr>
          <p:nvPr>
            <p:ph type="ftr" sz="quarter" idx="11"/>
          </p:nvPr>
        </p:nvSpPr>
        <p:spPr/>
        <p:txBody>
          <a:bodyPr/>
          <a:lstStyle/>
          <a:p>
            <a:endParaRPr lang="nl-BE"/>
          </a:p>
        </p:txBody>
      </p:sp>
      <p:sp>
        <p:nvSpPr>
          <p:cNvPr id="6" name="Slide Number Placeholder 5"/>
          <p:cNvSpPr>
            <a:spLocks noGrp="1"/>
          </p:cNvSpPr>
          <p:nvPr>
            <p:ph type="sldNum" sz="quarter" idx="12"/>
          </p:nvPr>
        </p:nvSpPr>
        <p:spPr/>
        <p:txBody>
          <a:bodyPr/>
          <a:lstStyle/>
          <a:p>
            <a:fld id="{75E9C3EB-3209-46C0-A1BF-04B855C83966}" type="slidenum">
              <a:rPr lang="nl-BE" smtClean="0"/>
              <a:t>‹#›</a:t>
            </a:fld>
            <a:endParaRPr lang="nl-BE"/>
          </a:p>
        </p:txBody>
      </p:sp>
      <p:cxnSp>
        <p:nvCxnSpPr>
          <p:cNvPr id="26" name="Straight Connector 25"/>
          <p:cNvCxnSpPr/>
          <p:nvPr/>
        </p:nvCxnSpPr>
        <p:spPr>
          <a:xfrm>
            <a:off x="1453896" y="1847088"/>
            <a:ext cx="9607522" cy="0"/>
          </a:xfrm>
          <a:prstGeom prst="line">
            <a:avLst/>
          </a:prstGeom>
          <a:ln w="31750"/>
        </p:spPr>
        <p:style>
          <a:lnRef idx="3">
            <a:schemeClr val="accent1"/>
          </a:lnRef>
          <a:fillRef idx="0">
            <a:schemeClr val="accent1"/>
          </a:fillRef>
          <a:effectRef idx="2">
            <a:schemeClr val="accent1"/>
          </a:effectRef>
          <a:fontRef idx="minor">
            <a:schemeClr val="tx1"/>
          </a:fontRef>
        </p:style>
      </p:cxnSp>
    </p:spTree>
    <p:extLst>
      <p:ext uri="{BB962C8B-B14F-4D97-AF65-F5344CB8AC3E}">
        <p14:creationId xmlns:p14="http://schemas.microsoft.com/office/powerpoint/2010/main" val="35799009"/>
      </p:ext>
    </p:extLst>
  </p:cSld>
  <p:clrMapOvr>
    <a:masterClrMapping/>
  </p:clrMapOvr>
  <p:transition spd="slow">
    <p:cover/>
  </p:transition>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9439111" y="798973"/>
            <a:ext cx="1615742" cy="4659889"/>
          </a:xfrm>
        </p:spPr>
        <p:txBody>
          <a:bodyPr vert="eaVert"/>
          <a:lstStyle>
            <a:lvl1pPr algn="l">
              <a:defRPr/>
            </a:lvl1pPr>
          </a:lstStyle>
          <a:p>
            <a:r>
              <a:rPr lang="en-US"/>
              <a:t>Click to edit Master title style</a:t>
            </a:r>
            <a:endParaRPr lang="en-US" dirty="0"/>
          </a:p>
        </p:txBody>
      </p:sp>
      <p:sp>
        <p:nvSpPr>
          <p:cNvPr id="3" name="Vertical Text Placeholder 2"/>
          <p:cNvSpPr>
            <a:spLocks noGrp="1"/>
          </p:cNvSpPr>
          <p:nvPr>
            <p:ph type="body" orient="vert" idx="1"/>
          </p:nvPr>
        </p:nvSpPr>
        <p:spPr>
          <a:xfrm>
            <a:off x="1444672" y="798973"/>
            <a:ext cx="7828830" cy="4659889"/>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9D986570-2C26-4E5F-9D28-4D18F9BAC427}" type="datetimeFigureOut">
              <a:rPr lang="nl-BE" smtClean="0"/>
              <a:t>9/06/2026</a:t>
            </a:fld>
            <a:endParaRPr lang="nl-BE"/>
          </a:p>
        </p:txBody>
      </p:sp>
      <p:sp>
        <p:nvSpPr>
          <p:cNvPr id="5" name="Footer Placeholder 4"/>
          <p:cNvSpPr>
            <a:spLocks noGrp="1"/>
          </p:cNvSpPr>
          <p:nvPr>
            <p:ph type="ftr" sz="quarter" idx="11"/>
          </p:nvPr>
        </p:nvSpPr>
        <p:spPr/>
        <p:txBody>
          <a:bodyPr/>
          <a:lstStyle/>
          <a:p>
            <a:endParaRPr lang="nl-BE"/>
          </a:p>
        </p:txBody>
      </p:sp>
      <p:sp>
        <p:nvSpPr>
          <p:cNvPr id="6" name="Slide Number Placeholder 5"/>
          <p:cNvSpPr>
            <a:spLocks noGrp="1"/>
          </p:cNvSpPr>
          <p:nvPr>
            <p:ph type="sldNum" sz="quarter" idx="12"/>
          </p:nvPr>
        </p:nvSpPr>
        <p:spPr/>
        <p:txBody>
          <a:bodyPr/>
          <a:lstStyle/>
          <a:p>
            <a:fld id="{75E9C3EB-3209-46C0-A1BF-04B855C83966}" type="slidenum">
              <a:rPr lang="nl-BE" smtClean="0"/>
              <a:t>‹#›</a:t>
            </a:fld>
            <a:endParaRPr lang="nl-BE"/>
          </a:p>
        </p:txBody>
      </p:sp>
      <p:cxnSp>
        <p:nvCxnSpPr>
          <p:cNvPr id="15" name="Straight Connector 14"/>
          <p:cNvCxnSpPr/>
          <p:nvPr/>
        </p:nvCxnSpPr>
        <p:spPr>
          <a:xfrm>
            <a:off x="9439111" y="798973"/>
            <a:ext cx="0" cy="4659889"/>
          </a:xfrm>
          <a:prstGeom prst="line">
            <a:avLst/>
          </a:prstGeom>
          <a:ln w="31750"/>
        </p:spPr>
        <p:style>
          <a:lnRef idx="3">
            <a:schemeClr val="accent1"/>
          </a:lnRef>
          <a:fillRef idx="0">
            <a:schemeClr val="accent1"/>
          </a:fillRef>
          <a:effectRef idx="2">
            <a:schemeClr val="accent1"/>
          </a:effectRef>
          <a:fontRef idx="minor">
            <a:schemeClr val="tx1"/>
          </a:fontRef>
        </p:style>
      </p:cxnSp>
    </p:spTree>
    <p:extLst>
      <p:ext uri="{BB962C8B-B14F-4D97-AF65-F5344CB8AC3E}">
        <p14:creationId xmlns:p14="http://schemas.microsoft.com/office/powerpoint/2010/main" val="2736273344"/>
      </p:ext>
    </p:extLst>
  </p:cSld>
  <p:clrMapOvr>
    <a:masterClrMapping/>
  </p:clrMapOvr>
  <p:transition spd="slow">
    <p:cover/>
  </p:transition>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gradFill flip="none" rotWithShape="1">
          <a:gsLst>
            <a:gs pos="0">
              <a:schemeClr val="bg2">
                <a:tint val="94000"/>
                <a:satMod val="80000"/>
                <a:lumMod val="94000"/>
                <a:lumOff val="6000"/>
              </a:schemeClr>
            </a:gs>
            <a:gs pos="100000">
              <a:schemeClr val="bg2">
                <a:shade val="80000"/>
              </a:schemeClr>
            </a:gs>
          </a:gsLst>
          <a:path path="circle">
            <a:fillToRect l="43000" r="43000" b="100000"/>
          </a:path>
          <a:tileRect/>
        </a:gra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1451579" y="804519"/>
            <a:ext cx="9603275" cy="1049235"/>
          </a:xfrm>
          <a:prstGeom prst="rect">
            <a:avLst/>
          </a:prstGeom>
        </p:spPr>
        <p:txBody>
          <a:bodyPr vert="horz" lIns="91440" tIns="45720" rIns="91440" bIns="45720" rtlCol="0" anchor="t">
            <a:normAutofit/>
          </a:bodyPr>
          <a:lstStyle/>
          <a:p>
            <a:r>
              <a:rPr lang="en-US"/>
              <a:t>Click to edit Master title style</a:t>
            </a:r>
            <a:endParaRPr lang="en-US" dirty="0"/>
          </a:p>
        </p:txBody>
      </p:sp>
      <p:sp>
        <p:nvSpPr>
          <p:cNvPr id="3" name="Text Placeholder 2"/>
          <p:cNvSpPr>
            <a:spLocks noGrp="1"/>
          </p:cNvSpPr>
          <p:nvPr>
            <p:ph type="body" idx="1"/>
          </p:nvPr>
        </p:nvSpPr>
        <p:spPr>
          <a:xfrm>
            <a:off x="1451579" y="2015732"/>
            <a:ext cx="9603275" cy="345061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7554138" y="330370"/>
            <a:ext cx="3500715" cy="309201"/>
          </a:xfrm>
          <a:prstGeom prst="rect">
            <a:avLst/>
          </a:prstGeom>
        </p:spPr>
        <p:txBody>
          <a:bodyPr vert="horz" lIns="91440" tIns="45720" rIns="91440" bIns="45720" rtlCol="0" anchor="ctr"/>
          <a:lstStyle>
            <a:lvl1pPr algn="r">
              <a:defRPr sz="1000">
                <a:solidFill>
                  <a:schemeClr val="tx1">
                    <a:tint val="75000"/>
                  </a:schemeClr>
                </a:solidFill>
              </a:defRPr>
            </a:lvl1pPr>
          </a:lstStyle>
          <a:p>
            <a:fld id="{9D986570-2C26-4E5F-9D28-4D18F9BAC427}" type="datetimeFigureOut">
              <a:rPr lang="nl-BE" smtClean="0"/>
              <a:t>9/06/2026</a:t>
            </a:fld>
            <a:endParaRPr lang="nl-BE"/>
          </a:p>
        </p:txBody>
      </p:sp>
      <p:sp>
        <p:nvSpPr>
          <p:cNvPr id="5" name="Footer Placeholder 4"/>
          <p:cNvSpPr>
            <a:spLocks noGrp="1"/>
          </p:cNvSpPr>
          <p:nvPr>
            <p:ph type="ftr" sz="quarter" idx="3"/>
          </p:nvPr>
        </p:nvSpPr>
        <p:spPr>
          <a:xfrm>
            <a:off x="1451579" y="329307"/>
            <a:ext cx="5938836" cy="309201"/>
          </a:xfrm>
          <a:prstGeom prst="rect">
            <a:avLst/>
          </a:prstGeom>
        </p:spPr>
        <p:txBody>
          <a:bodyPr vert="horz" lIns="91440" tIns="45720" rIns="91440" bIns="45720" rtlCol="0" anchor="ctr"/>
          <a:lstStyle>
            <a:lvl1pPr algn="l">
              <a:defRPr sz="1000">
                <a:solidFill>
                  <a:schemeClr val="tx1">
                    <a:tint val="75000"/>
                  </a:schemeClr>
                </a:solidFill>
              </a:defRPr>
            </a:lvl1pPr>
          </a:lstStyle>
          <a:p>
            <a:endParaRPr lang="nl-BE"/>
          </a:p>
        </p:txBody>
      </p:sp>
      <p:sp>
        <p:nvSpPr>
          <p:cNvPr id="6" name="Slide Number Placeholder 5"/>
          <p:cNvSpPr>
            <a:spLocks noGrp="1"/>
          </p:cNvSpPr>
          <p:nvPr>
            <p:ph type="sldNum" sz="quarter" idx="4"/>
          </p:nvPr>
        </p:nvSpPr>
        <p:spPr>
          <a:xfrm>
            <a:off x="480060" y="798973"/>
            <a:ext cx="811019" cy="503578"/>
          </a:xfrm>
          <a:prstGeom prst="rect">
            <a:avLst/>
          </a:prstGeom>
        </p:spPr>
        <p:txBody>
          <a:bodyPr vert="horz" lIns="91440" tIns="45720" rIns="91440" bIns="45720" rtlCol="0" anchor="t"/>
          <a:lstStyle>
            <a:lvl1pPr algn="r">
              <a:defRPr sz="2800">
                <a:solidFill>
                  <a:schemeClr val="accent1"/>
                </a:solidFill>
              </a:defRPr>
            </a:lvl1pPr>
          </a:lstStyle>
          <a:p>
            <a:fld id="{75E9C3EB-3209-46C0-A1BF-04B855C83966}" type="slidenum">
              <a:rPr lang="nl-BE" smtClean="0"/>
              <a:t>‹#›</a:t>
            </a:fld>
            <a:endParaRPr lang="nl-BE" dirty="0"/>
          </a:p>
        </p:txBody>
      </p:sp>
    </p:spTree>
    <p:extLst>
      <p:ext uri="{BB962C8B-B14F-4D97-AF65-F5344CB8AC3E}">
        <p14:creationId xmlns:p14="http://schemas.microsoft.com/office/powerpoint/2010/main" val="1031949584"/>
      </p:ext>
    </p:extLst>
  </p:cSld>
  <p:clrMap bg1="lt1" tx1="dk1" bg2="lt2" tx2="dk2" accent1="accent1" accent2="accent2" accent3="accent3" accent4="accent4" accent5="accent5" accent6="accent6" hlink="hlink" folHlink="folHlink"/>
  <p:sldLayoutIdLst>
    <p:sldLayoutId id="2147483673" r:id="rId1"/>
    <p:sldLayoutId id="2147483674" r:id="rId2"/>
    <p:sldLayoutId id="2147483675" r:id="rId3"/>
    <p:sldLayoutId id="2147483676" r:id="rId4"/>
    <p:sldLayoutId id="2147483677" r:id="rId5"/>
    <p:sldLayoutId id="2147483678" r:id="rId6"/>
    <p:sldLayoutId id="2147483679" r:id="rId7"/>
    <p:sldLayoutId id="2147483680" r:id="rId8"/>
    <p:sldLayoutId id="2147483681" r:id="rId9"/>
    <p:sldLayoutId id="2147483682" r:id="rId10"/>
    <p:sldLayoutId id="2147483683" r:id="rId11"/>
  </p:sldLayoutIdLst>
  <p:transition spd="slow">
    <p:cover/>
  </p:transition>
  <p:txStyles>
    <p:titleStyle>
      <a:lvl1pPr algn="l" defTabSz="914400" rtl="0" eaLnBrk="1" latinLnBrk="0" hangingPunct="1">
        <a:lnSpc>
          <a:spcPct val="90000"/>
        </a:lnSpc>
        <a:spcBef>
          <a:spcPct val="0"/>
        </a:spcBef>
        <a:buNone/>
        <a:defRPr sz="3200" b="0" i="0" kern="1200" cap="all">
          <a:solidFill>
            <a:schemeClr val="tx1"/>
          </a:solidFill>
          <a:effectLst/>
          <a:latin typeface="+mj-lt"/>
          <a:ea typeface="+mj-ea"/>
          <a:cs typeface="+mj-cs"/>
        </a:defRPr>
      </a:lvl1pPr>
    </p:titleStyle>
    <p:bodyStyle>
      <a:lvl1pPr marL="228600" indent="-228600" algn="l" defTabSz="914400" rtl="0" eaLnBrk="1" latinLnBrk="0" hangingPunct="1">
        <a:lnSpc>
          <a:spcPct val="120000"/>
        </a:lnSpc>
        <a:spcBef>
          <a:spcPts val="1000"/>
        </a:spcBef>
        <a:buClr>
          <a:schemeClr val="accent1"/>
        </a:buClr>
        <a:buSzPct val="100000"/>
        <a:buFont typeface="Arial" panose="020B0604020202020204" pitchFamily="34" charset="0"/>
        <a:buChar char="•"/>
        <a:defRPr sz="2000" kern="1200">
          <a:solidFill>
            <a:schemeClr val="tx1"/>
          </a:solidFill>
          <a:effectLst/>
          <a:latin typeface="+mn-lt"/>
          <a:ea typeface="+mn-ea"/>
          <a:cs typeface="+mn-cs"/>
        </a:defRPr>
      </a:lvl1pPr>
      <a:lvl2pPr marL="685800" indent="-228600" algn="l" defTabSz="914400" rtl="0" eaLnBrk="1" latinLnBrk="0" hangingPunct="1">
        <a:lnSpc>
          <a:spcPct val="120000"/>
        </a:lnSpc>
        <a:spcBef>
          <a:spcPts val="500"/>
        </a:spcBef>
        <a:buClr>
          <a:schemeClr val="accent1"/>
        </a:buClr>
        <a:buSzPct val="100000"/>
        <a:buFont typeface="Arial" panose="020B0604020202020204" pitchFamily="34" charset="0"/>
        <a:buChar char="•"/>
        <a:defRPr sz="1800" kern="1200" cap="none" baseline="0">
          <a:solidFill>
            <a:schemeClr val="tx1"/>
          </a:solidFill>
          <a:effectLst/>
          <a:latin typeface="+mn-lt"/>
          <a:ea typeface="+mn-ea"/>
          <a:cs typeface="+mn-cs"/>
        </a:defRPr>
      </a:lvl2pPr>
      <a:lvl3pPr marL="1143000" indent="-228600" algn="l" defTabSz="914400" rtl="0" eaLnBrk="1" latinLnBrk="0" hangingPunct="1">
        <a:lnSpc>
          <a:spcPct val="120000"/>
        </a:lnSpc>
        <a:spcBef>
          <a:spcPts val="500"/>
        </a:spcBef>
        <a:buClr>
          <a:schemeClr val="accent1"/>
        </a:buClr>
        <a:buSzPct val="100000"/>
        <a:buFont typeface="Arial" panose="020B0604020202020204" pitchFamily="34" charset="0"/>
        <a:buChar char="•"/>
        <a:defRPr sz="1600" kern="1200">
          <a:solidFill>
            <a:schemeClr val="tx1"/>
          </a:solidFill>
          <a:effectLst/>
          <a:latin typeface="+mn-lt"/>
          <a:ea typeface="+mn-ea"/>
          <a:cs typeface="+mn-cs"/>
        </a:defRPr>
      </a:lvl3pPr>
      <a:lvl4pPr marL="1600200" indent="-228600" algn="l" defTabSz="914400" rtl="0" eaLnBrk="1" latinLnBrk="0" hangingPunct="1">
        <a:lnSpc>
          <a:spcPct val="120000"/>
        </a:lnSpc>
        <a:spcBef>
          <a:spcPts val="500"/>
        </a:spcBef>
        <a:buClr>
          <a:schemeClr val="accent1"/>
        </a:buClr>
        <a:buSzPct val="100000"/>
        <a:buFont typeface="Arial" panose="020B0604020202020204" pitchFamily="34" charset="0"/>
        <a:buChar char="•"/>
        <a:defRPr sz="1400" kern="1200" cap="none" baseline="0">
          <a:solidFill>
            <a:schemeClr val="tx1"/>
          </a:solidFill>
          <a:effectLst/>
          <a:latin typeface="+mn-lt"/>
          <a:ea typeface="+mn-ea"/>
          <a:cs typeface="+mn-cs"/>
        </a:defRPr>
      </a:lvl4pPr>
      <a:lvl5pPr marL="2057400" indent="-228600" algn="l" defTabSz="914400" rtl="0" eaLnBrk="1" latinLnBrk="0" hangingPunct="1">
        <a:lnSpc>
          <a:spcPct val="120000"/>
        </a:lnSpc>
        <a:spcBef>
          <a:spcPts val="500"/>
        </a:spcBef>
        <a:buClr>
          <a:schemeClr val="accent1"/>
        </a:buClr>
        <a:buSzPct val="100000"/>
        <a:buFont typeface="Arial" panose="020B0604020202020204" pitchFamily="34" charset="0"/>
        <a:buChar char="•"/>
        <a:defRPr sz="1200" kern="1200">
          <a:solidFill>
            <a:schemeClr val="tx1"/>
          </a:solidFill>
          <a:effectLst/>
          <a:latin typeface="+mn-lt"/>
          <a:ea typeface="+mn-ea"/>
          <a:cs typeface="+mn-cs"/>
        </a:defRPr>
      </a:lvl5pPr>
      <a:lvl6pPr marL="2514600" indent="-228600" algn="l" defTabSz="914400" rtl="0" eaLnBrk="1" latinLnBrk="0" hangingPunct="1">
        <a:lnSpc>
          <a:spcPct val="120000"/>
        </a:lnSpc>
        <a:spcBef>
          <a:spcPts val="500"/>
        </a:spcBef>
        <a:buClr>
          <a:schemeClr val="accent1"/>
        </a:buClr>
        <a:buSzPct val="100000"/>
        <a:buFont typeface="Arial" panose="020B0604020202020204" pitchFamily="34" charset="0"/>
        <a:buChar char="•"/>
        <a:defRPr sz="1200" kern="1200">
          <a:solidFill>
            <a:schemeClr val="tx1"/>
          </a:solidFill>
          <a:effectLst/>
          <a:latin typeface="+mn-lt"/>
          <a:ea typeface="+mn-ea"/>
          <a:cs typeface="+mn-cs"/>
        </a:defRPr>
      </a:lvl6pPr>
      <a:lvl7pPr marL="2971800" indent="-228600" algn="l" defTabSz="914400" rtl="0" eaLnBrk="1" latinLnBrk="0" hangingPunct="1">
        <a:lnSpc>
          <a:spcPct val="120000"/>
        </a:lnSpc>
        <a:spcBef>
          <a:spcPts val="500"/>
        </a:spcBef>
        <a:buClr>
          <a:schemeClr val="accent1"/>
        </a:buClr>
        <a:buSzPct val="100000"/>
        <a:buFont typeface="Arial" panose="020B0604020202020204" pitchFamily="34" charset="0"/>
        <a:buChar char="•"/>
        <a:defRPr sz="1200" kern="1200">
          <a:solidFill>
            <a:schemeClr val="tx1"/>
          </a:solidFill>
          <a:effectLst/>
          <a:latin typeface="+mn-lt"/>
          <a:ea typeface="+mn-ea"/>
          <a:cs typeface="+mn-cs"/>
        </a:defRPr>
      </a:lvl7pPr>
      <a:lvl8pPr marL="3429000" indent="-228600" algn="l" defTabSz="914400" rtl="0" eaLnBrk="1" latinLnBrk="0" hangingPunct="1">
        <a:lnSpc>
          <a:spcPct val="120000"/>
        </a:lnSpc>
        <a:spcBef>
          <a:spcPts val="500"/>
        </a:spcBef>
        <a:buClr>
          <a:schemeClr val="accent1"/>
        </a:buClr>
        <a:buSzPct val="100000"/>
        <a:buFont typeface="Arial" panose="020B0604020202020204" pitchFamily="34" charset="0"/>
        <a:buChar char="•"/>
        <a:defRPr sz="1200" kern="1200" baseline="0">
          <a:solidFill>
            <a:schemeClr val="tx1"/>
          </a:solidFill>
          <a:effectLst/>
          <a:latin typeface="+mn-lt"/>
          <a:ea typeface="+mn-ea"/>
          <a:cs typeface="+mn-cs"/>
        </a:defRPr>
      </a:lvl8pPr>
      <a:lvl9pPr marL="3886200" indent="-228600" algn="l" defTabSz="914400" rtl="0" eaLnBrk="1" latinLnBrk="0" hangingPunct="1">
        <a:lnSpc>
          <a:spcPct val="120000"/>
        </a:lnSpc>
        <a:spcBef>
          <a:spcPts val="500"/>
        </a:spcBef>
        <a:buClr>
          <a:schemeClr val="accent1"/>
        </a:buClr>
        <a:buSzPct val="100000"/>
        <a:buFont typeface="Arial" panose="020B0604020202020204" pitchFamily="34" charset="0"/>
        <a:buChar char="•"/>
        <a:defRPr sz="1200" kern="1200" baseline="0">
          <a:solidFill>
            <a:schemeClr val="tx1"/>
          </a:solidFill>
          <a:effectLst/>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slideLayout" Target="../slideLayouts/slideLayout1.xml"/><Relationship Id="rId2" Type="http://schemas.microsoft.com/office/2007/relationships/media" Target="../media/media1.mp3"/><Relationship Id="rId1" Type="http://schemas.openxmlformats.org/officeDocument/2006/relationships/audio" Target="NULL" TargetMode="External"/><Relationship Id="rId4" Type="http://schemas.openxmlformats.org/officeDocument/2006/relationships/image" Target="../media/image1.png"/></Relationships>
</file>

<file path=ppt/slides/_rels/slide2.xml.rels><?xml version="1.0" encoding="UTF-8" standalone="yes"?>
<Relationships xmlns="http://schemas.openxmlformats.org/package/2006/relationships"><Relationship Id="rId3" Type="http://schemas.openxmlformats.org/officeDocument/2006/relationships/image" Target="../media/image3.jpg"/><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slideLayout" Target="../slideLayouts/slideLayout1.xml"/><Relationship Id="rId2" Type="http://schemas.openxmlformats.org/officeDocument/2006/relationships/audio" Target="../media/media2.mp3"/><Relationship Id="rId1" Type="http://schemas.microsoft.com/office/2007/relationships/media" Target="../media/media2.mp3"/><Relationship Id="rId4"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2" Type="http://schemas.openxmlformats.org/officeDocument/2006/relationships/slideLayout" Target="../slideLayouts/slideLayout2.xml"/><Relationship Id="rId1" Type="http://schemas.openxmlformats.org/officeDocument/2006/relationships/tags" Target="../tags/tag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Narodnaya_Ingushskaya">
            <a:hlinkClick r:id="" action="ppaction://media"/>
            <a:extLst>
              <a:ext uri="{FF2B5EF4-FFF2-40B4-BE49-F238E27FC236}">
                <a16:creationId xmlns:a16="http://schemas.microsoft.com/office/drawing/2014/main" id="{6AA5EB36-CCC9-D90B-7C25-A280071F8536}"/>
              </a:ext>
            </a:extLst>
          </p:cNvPr>
          <p:cNvPicPr>
            <a:picLocks noChangeAspect="1"/>
          </p:cNvPicPr>
          <p:nvPr>
            <a:audioFile r:link="rId1"/>
            <p:extLst>
              <p:ext uri="{DAA4B4D4-6D71-4841-9C94-3DE7FCFB9230}">
                <p14:media xmlns:p14="http://schemas.microsoft.com/office/powerpoint/2010/main" r:embed="rId2">
                  <p14:trim st="5602" end="133226.9375"/>
                  <p14:fade out="1000"/>
                </p14:media>
              </p:ext>
            </p:extLst>
          </p:nvPr>
        </p:nvPicPr>
        <p:blipFill>
          <a:blip r:embed="rId4"/>
          <a:stretch>
            <a:fillRect/>
          </a:stretch>
        </p:blipFill>
        <p:spPr>
          <a:xfrm>
            <a:off x="800332" y="5626500"/>
            <a:ext cx="487363" cy="487363"/>
          </a:xfrm>
          <a:prstGeom prst="rect">
            <a:avLst/>
          </a:prstGeom>
        </p:spPr>
      </p:pic>
      <p:sp>
        <p:nvSpPr>
          <p:cNvPr id="2" name="Title 1">
            <a:extLst>
              <a:ext uri="{FF2B5EF4-FFF2-40B4-BE49-F238E27FC236}">
                <a16:creationId xmlns:a16="http://schemas.microsoft.com/office/drawing/2014/main" id="{060B9045-3109-7F3D-3F6E-A237CA6F2463}"/>
              </a:ext>
            </a:extLst>
          </p:cNvPr>
          <p:cNvSpPr>
            <a:spLocks noGrp="1"/>
          </p:cNvSpPr>
          <p:nvPr>
            <p:ph type="ctrTitle"/>
          </p:nvPr>
        </p:nvSpPr>
        <p:spPr>
          <a:xfrm>
            <a:off x="1784425" y="802299"/>
            <a:ext cx="8623151" cy="1991144"/>
          </a:xfrm>
        </p:spPr>
        <p:txBody>
          <a:bodyPr/>
          <a:lstStyle/>
          <a:p>
            <a:pPr algn="ctr"/>
            <a:r>
              <a:rPr lang="ce-Cyrl-RU" dirty="0"/>
              <a:t>Опыт изучения ингушского языка</a:t>
            </a:r>
            <a:endParaRPr lang="nl-BE" dirty="0"/>
          </a:p>
        </p:txBody>
      </p:sp>
      <p:sp>
        <p:nvSpPr>
          <p:cNvPr id="3" name="Subtitle 2">
            <a:extLst>
              <a:ext uri="{FF2B5EF4-FFF2-40B4-BE49-F238E27FC236}">
                <a16:creationId xmlns:a16="http://schemas.microsoft.com/office/drawing/2014/main" id="{32680F89-9446-1DF0-18AB-7937879BB419}"/>
              </a:ext>
            </a:extLst>
          </p:cNvPr>
          <p:cNvSpPr>
            <a:spLocks noGrp="1"/>
          </p:cNvSpPr>
          <p:nvPr>
            <p:ph type="subTitle" idx="1"/>
          </p:nvPr>
        </p:nvSpPr>
        <p:spPr>
          <a:xfrm>
            <a:off x="715109" y="3304266"/>
            <a:ext cx="10761783" cy="1843853"/>
          </a:xfrm>
        </p:spPr>
        <p:txBody>
          <a:bodyPr>
            <a:normAutofit/>
          </a:bodyPr>
          <a:lstStyle/>
          <a:p>
            <a:pPr algn="ctr"/>
            <a:r>
              <a:rPr lang="ce-Cyrl-RU" sz="2800" dirty="0"/>
              <a:t>ингушскиЕ притчи </a:t>
            </a:r>
            <a:br>
              <a:rPr lang="ce-Cyrl-RU" sz="2800" dirty="0"/>
            </a:br>
            <a:r>
              <a:rPr lang="ce-Cyrl-RU" sz="2800" dirty="0"/>
              <a:t>с переводом на русский, чеченский и Английский языки, </a:t>
            </a:r>
            <a:br>
              <a:rPr lang="ce-Cyrl-RU" sz="2800" dirty="0"/>
            </a:br>
            <a:r>
              <a:rPr lang="ce-Cyrl-RU" sz="2800" dirty="0"/>
              <a:t>с грамматическим разбором</a:t>
            </a:r>
            <a:endParaRPr lang="nl-BE" sz="2800" dirty="0"/>
          </a:p>
        </p:txBody>
      </p:sp>
      <p:cxnSp>
        <p:nvCxnSpPr>
          <p:cNvPr id="9" name="Straight Connector 8">
            <a:extLst>
              <a:ext uri="{FF2B5EF4-FFF2-40B4-BE49-F238E27FC236}">
                <a16:creationId xmlns:a16="http://schemas.microsoft.com/office/drawing/2014/main" id="{5DA53427-5985-4E85-8EC8-645334CA8C0A}"/>
              </a:ext>
            </a:extLst>
          </p:cNvPr>
          <p:cNvCxnSpPr>
            <a:cxnSpLocks/>
          </p:cNvCxnSpPr>
          <p:nvPr/>
        </p:nvCxnSpPr>
        <p:spPr>
          <a:xfrm>
            <a:off x="1307876" y="3234447"/>
            <a:ext cx="9576248" cy="0"/>
          </a:xfrm>
          <a:prstGeom prst="line">
            <a:avLst/>
          </a:prstGeom>
        </p:spPr>
        <p:style>
          <a:lnRef idx="1">
            <a:schemeClr val="accent1"/>
          </a:lnRef>
          <a:fillRef idx="0">
            <a:schemeClr val="accent1"/>
          </a:fillRef>
          <a:effectRef idx="0">
            <a:schemeClr val="accent1"/>
          </a:effectRef>
          <a:fontRef idx="minor">
            <a:schemeClr val="tx1"/>
          </a:fontRef>
        </p:style>
      </p:cxnSp>
      <p:cxnSp>
        <p:nvCxnSpPr>
          <p:cNvPr id="19" name="Straight Connector 18">
            <a:extLst>
              <a:ext uri="{FF2B5EF4-FFF2-40B4-BE49-F238E27FC236}">
                <a16:creationId xmlns:a16="http://schemas.microsoft.com/office/drawing/2014/main" id="{22CFFAA4-007A-6284-7B95-54B3559E4A1E}"/>
              </a:ext>
            </a:extLst>
          </p:cNvPr>
          <p:cNvCxnSpPr>
            <a:cxnSpLocks/>
          </p:cNvCxnSpPr>
          <p:nvPr/>
        </p:nvCxnSpPr>
        <p:spPr>
          <a:xfrm>
            <a:off x="1307876" y="5342107"/>
            <a:ext cx="9576248" cy="0"/>
          </a:xfrm>
          <a:prstGeom prst="line">
            <a:avLst/>
          </a:prstGeom>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287819153"/>
      </p:ext>
    </p:extLst>
  </p:cSld>
  <p:clrMapOvr>
    <a:masterClrMapping/>
  </p:clrMapOvr>
  <mc:AlternateContent xmlns:mc="http://schemas.openxmlformats.org/markup-compatibility/2006" xmlns:p14="http://schemas.microsoft.com/office/powerpoint/2010/main">
    <mc:Choice Requires="p14">
      <p:transition p14:dur="0" advTm="2000"/>
    </mc:Choice>
    <mc:Fallback xmlns="">
      <p:transition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afterEffect">
                                  <p:stCondLst>
                                    <p:cond delay="0"/>
                                  </p:stCondLst>
                                  <p:childTnLst>
                                    <p:cmd type="call" cmd="playFrom(0.0)">
                                      <p:cBhvr>
                                        <p:cTn id="6" dur="1" fill="hold"/>
                                        <p:tgtEl>
                                          <p:spTgt spid="5"/>
                                        </p:tgtEl>
                                      </p:cBhvr>
                                    </p:cmd>
                                  </p:childTnLst>
                                </p:cTn>
                              </p:par>
                            </p:childTnLst>
                          </p:cTn>
                        </p:par>
                      </p:childTnLst>
                    </p:cTn>
                  </p:par>
                </p:childTnLst>
              </p:cTn>
              <p:prevCondLst>
                <p:cond evt="onPrev" delay="0">
                  <p:tgtEl>
                    <p:sldTgt/>
                  </p:tgtEl>
                </p:cond>
              </p:prevCondLst>
              <p:nextCondLst>
                <p:cond evt="onNext" delay="0">
                  <p:tgtEl>
                    <p:sldTgt/>
                  </p:tgtEl>
                </p:cond>
              </p:nextCondLst>
            </p:seq>
            <p:audio>
              <p:cMediaNode vol="80000" numSld="999" showWhenStopped="0">
                <p:cTn id="7" fill="hold" display="0">
                  <p:stCondLst>
                    <p:cond delay="indefinite"/>
                  </p:stCondLst>
                  <p:endCondLst>
                    <p:cond evt="onStopAudio" delay="0">
                      <p:tgtEl>
                        <p:sldTgt/>
                      </p:tgtEl>
                    </p:cond>
                  </p:endCondLst>
                </p:cTn>
                <p:tgtEl>
                  <p:spTgt spid="5"/>
                </p:tgtEl>
              </p:cMediaNode>
            </p:audio>
          </p:childTnLst>
        </p:cTn>
      </p:par>
    </p:tnLst>
  </p:timing>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30DEEFE-FAC7-B414-5EE3-E89A0F227BF5}"/>
              </a:ext>
            </a:extLst>
          </p:cNvPr>
          <p:cNvSpPr>
            <a:spLocks noGrp="1"/>
          </p:cNvSpPr>
          <p:nvPr>
            <p:ph type="title"/>
          </p:nvPr>
        </p:nvSpPr>
        <p:spPr>
          <a:xfrm>
            <a:off x="1294363" y="223737"/>
            <a:ext cx="9603275" cy="1630018"/>
          </a:xfrm>
        </p:spPr>
        <p:txBody>
          <a:bodyPr/>
          <a:lstStyle/>
          <a:p>
            <a:pPr algn="ctr"/>
            <a:r>
              <a:rPr lang="ce-Cyrl-RU" dirty="0"/>
              <a:t>Мудрые наставления наших предков</a:t>
            </a:r>
            <a:br>
              <a:rPr lang="ce-Cyrl-RU" dirty="0"/>
            </a:br>
            <a:r>
              <a:rPr lang="ce-Cyrl-RU" dirty="0"/>
              <a:t>из ингушского фольклора</a:t>
            </a:r>
            <a:br>
              <a:rPr lang="en-US" dirty="0"/>
            </a:br>
            <a:r>
              <a:rPr lang="ce-Cyrl-RU" dirty="0"/>
              <a:t>И.А. Дахкильгов, 2000г.</a:t>
            </a:r>
            <a:endParaRPr lang="nl-BE" dirty="0"/>
          </a:p>
        </p:txBody>
      </p:sp>
      <p:pic>
        <p:nvPicPr>
          <p:cNvPr id="5" name="Content Placeholder 4">
            <a:extLst>
              <a:ext uri="{FF2B5EF4-FFF2-40B4-BE49-F238E27FC236}">
                <a16:creationId xmlns:a16="http://schemas.microsoft.com/office/drawing/2014/main" id="{6A46817F-2590-AF4F-062B-7810BBC5A99B}"/>
              </a:ext>
            </a:extLst>
          </p:cNvPr>
          <p:cNvPicPr>
            <a:picLocks noGrp="1" noChangeAspect="1"/>
          </p:cNvPicPr>
          <p:nvPr>
            <p:ph idx="1"/>
          </p:nvPr>
        </p:nvPicPr>
        <p:blipFill>
          <a:blip r:embed="rId2">
            <a:extLst>
              <a:ext uri="{28A0092B-C50C-407E-A947-70E740481C1C}">
                <a14:useLocalDpi xmlns:a14="http://schemas.microsoft.com/office/drawing/2010/main" val="0"/>
              </a:ext>
            </a:extLst>
          </a:blip>
          <a:stretch>
            <a:fillRect/>
          </a:stretch>
        </p:blipFill>
        <p:spPr>
          <a:xfrm>
            <a:off x="7055422" y="2171671"/>
            <a:ext cx="1969259" cy="3449638"/>
          </a:xfrm>
          <a:prstGeom prst="rect">
            <a:avLst/>
          </a:prstGeom>
        </p:spPr>
      </p:pic>
      <p:pic>
        <p:nvPicPr>
          <p:cNvPr id="8" name="Picture 7">
            <a:extLst>
              <a:ext uri="{FF2B5EF4-FFF2-40B4-BE49-F238E27FC236}">
                <a16:creationId xmlns:a16="http://schemas.microsoft.com/office/drawing/2014/main" id="{73DC7B53-5EC4-58F2-9016-E24BFB875014}"/>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2882455" y="2171671"/>
            <a:ext cx="3011997" cy="3449638"/>
          </a:xfrm>
          <a:prstGeom prst="rect">
            <a:avLst/>
          </a:prstGeom>
        </p:spPr>
      </p:pic>
    </p:spTree>
    <p:extLst>
      <p:ext uri="{BB962C8B-B14F-4D97-AF65-F5344CB8AC3E}">
        <p14:creationId xmlns:p14="http://schemas.microsoft.com/office/powerpoint/2010/main" val="3511886794"/>
      </p:ext>
    </p:extLst>
  </p:cSld>
  <p:clrMapOvr>
    <a:masterClrMapping/>
  </p:clrMapOvr>
  <mc:AlternateContent xmlns:mc="http://schemas.openxmlformats.org/markup-compatibility/2006" xmlns:p14="http://schemas.microsoft.com/office/powerpoint/2010/main">
    <mc:Choice Requires="p14">
      <p:transition spd="med" p14:dur="700" advTm="2000">
        <p:fade/>
      </p:transition>
    </mc:Choice>
    <mc:Fallback xmlns="">
      <p:transition spd="med" advTm="2000">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55" presetClass="entr" presetSubtype="0" fill="hold" nodeType="withEffect">
                                  <p:stCondLst>
                                    <p:cond delay="0"/>
                                  </p:stCondLst>
                                  <p:childTnLst>
                                    <p:set>
                                      <p:cBhvr>
                                        <p:cTn id="6" dur="1" fill="hold">
                                          <p:stCondLst>
                                            <p:cond delay="0"/>
                                          </p:stCondLst>
                                        </p:cTn>
                                        <p:tgtEl>
                                          <p:spTgt spid="5"/>
                                        </p:tgtEl>
                                        <p:attrNameLst>
                                          <p:attrName>style.visibility</p:attrName>
                                        </p:attrNameLst>
                                      </p:cBhvr>
                                      <p:to>
                                        <p:strVal val="visible"/>
                                      </p:to>
                                    </p:set>
                                    <p:anim calcmode="lin" valueType="num">
                                      <p:cBhvr>
                                        <p:cTn id="7" dur="1000" fill="hold"/>
                                        <p:tgtEl>
                                          <p:spTgt spid="5"/>
                                        </p:tgtEl>
                                        <p:attrNameLst>
                                          <p:attrName>ppt_w</p:attrName>
                                        </p:attrNameLst>
                                      </p:cBhvr>
                                      <p:tavLst>
                                        <p:tav tm="0">
                                          <p:val>
                                            <p:strVal val="#ppt_w*0.70"/>
                                          </p:val>
                                        </p:tav>
                                        <p:tav tm="100000">
                                          <p:val>
                                            <p:strVal val="#ppt_w"/>
                                          </p:val>
                                        </p:tav>
                                      </p:tavLst>
                                    </p:anim>
                                    <p:anim calcmode="lin" valueType="num">
                                      <p:cBhvr>
                                        <p:cTn id="8" dur="1000" fill="hold"/>
                                        <p:tgtEl>
                                          <p:spTgt spid="5"/>
                                        </p:tgtEl>
                                        <p:attrNameLst>
                                          <p:attrName>ppt_h</p:attrName>
                                        </p:attrNameLst>
                                      </p:cBhvr>
                                      <p:tavLst>
                                        <p:tav tm="0">
                                          <p:val>
                                            <p:strVal val="#ppt_h"/>
                                          </p:val>
                                        </p:tav>
                                        <p:tav tm="100000">
                                          <p:val>
                                            <p:strVal val="#ppt_h"/>
                                          </p:val>
                                        </p:tav>
                                      </p:tavLst>
                                    </p:anim>
                                    <p:animEffect transition="in" filter="fade">
                                      <p:cBhvr>
                                        <p:cTn id="9" dur="10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86CC4DD-6064-8AF3-DEC8-492C1657613F}"/>
              </a:ext>
            </a:extLst>
          </p:cNvPr>
          <p:cNvSpPr>
            <a:spLocks noGrp="1"/>
          </p:cNvSpPr>
          <p:nvPr>
            <p:ph type="ctrTitle"/>
          </p:nvPr>
        </p:nvSpPr>
        <p:spPr>
          <a:xfrm>
            <a:off x="1777464" y="198765"/>
            <a:ext cx="8637073" cy="239101"/>
          </a:xfrm>
        </p:spPr>
        <p:txBody>
          <a:bodyPr>
            <a:normAutofit/>
          </a:bodyPr>
          <a:lstStyle/>
          <a:p>
            <a:pPr algn="ctr"/>
            <a:r>
              <a:rPr lang="ce-Cyrl-RU" sz="1400" dirty="0"/>
              <a:t>предисловие</a:t>
            </a:r>
            <a:endParaRPr lang="nl-BE" sz="1400" dirty="0"/>
          </a:p>
        </p:txBody>
      </p:sp>
    </p:spTree>
    <p:extLst>
      <p:ext uri="{BB962C8B-B14F-4D97-AF65-F5344CB8AC3E}">
        <p14:creationId xmlns:p14="http://schemas.microsoft.com/office/powerpoint/2010/main" val="253645785"/>
      </p:ext>
    </p:extLst>
  </p:cSld>
  <p:clrMapOvr>
    <a:masterClrMapping/>
  </p:clrMapOvr>
  <mc:AlternateContent xmlns:mc="http://schemas.openxmlformats.org/markup-compatibility/2006" xmlns:p14="http://schemas.microsoft.com/office/powerpoint/2010/main">
    <mc:Choice Requires="p14">
      <p:transition spd="med" p14:dur="700" advTm="176000">
        <p:fade/>
      </p:transition>
    </mc:Choice>
    <mc:Fallback xmlns="">
      <p:transition spd="med" advTm="176000">
        <p:fade/>
      </p:transition>
    </mc:Fallback>
  </mc:AlternateContent>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 name="Content Placeholder 6">
            <a:extLst>
              <a:ext uri="{FF2B5EF4-FFF2-40B4-BE49-F238E27FC236}">
                <a16:creationId xmlns:a16="http://schemas.microsoft.com/office/drawing/2014/main" id="{2CF6D9B2-7B50-314B-634A-73A548DB3641}"/>
              </a:ext>
            </a:extLst>
          </p:cNvPr>
          <p:cNvPicPr>
            <a:picLocks noGrp="1" noChangeAspect="1"/>
          </p:cNvPicPr>
          <p:nvPr>
            <p:ph idx="1"/>
          </p:nvPr>
        </p:nvPicPr>
        <p:blipFill>
          <a:blip r:embed="rId2">
            <a:extLst>
              <a:ext uri="{28A0092B-C50C-407E-A947-70E740481C1C}">
                <a14:useLocalDpi xmlns:a14="http://schemas.microsoft.com/office/drawing/2010/main" val="0"/>
              </a:ext>
            </a:extLst>
          </a:blip>
          <a:stretch>
            <a:fillRect/>
          </a:stretch>
        </p:blipFill>
        <p:spPr>
          <a:xfrm>
            <a:off x="323532" y="1244970"/>
            <a:ext cx="6117074" cy="3336586"/>
          </a:xfrm>
          <a:prstGeom prst="rect">
            <a:avLst/>
          </a:prstGeom>
        </p:spPr>
      </p:pic>
      <p:sp>
        <p:nvSpPr>
          <p:cNvPr id="8" name="Title 7">
            <a:extLst>
              <a:ext uri="{FF2B5EF4-FFF2-40B4-BE49-F238E27FC236}">
                <a16:creationId xmlns:a16="http://schemas.microsoft.com/office/drawing/2014/main" id="{1329C50E-74C0-7ABA-F08B-A63C7E035D85}"/>
              </a:ext>
            </a:extLst>
          </p:cNvPr>
          <p:cNvSpPr txBox="1">
            <a:spLocks noGrp="1"/>
          </p:cNvSpPr>
          <p:nvPr>
            <p:ph type="title" idx="4294967295"/>
          </p:nvPr>
        </p:nvSpPr>
        <p:spPr>
          <a:xfrm>
            <a:off x="6716226" y="1952171"/>
            <a:ext cx="4965970" cy="461665"/>
          </a:xfrm>
          <a:prstGeom prst="rect">
            <a:avLst/>
          </a:prstGeom>
          <a:noFill/>
          <a:ln>
            <a:noFill/>
            <a:prstDash/>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ru-RU" sz="2400" b="1" i="0" u="none" strike="noStrike" kern="1200" cap="none" spc="0" normalizeH="0" baseline="0" noProof="0" dirty="0">
                <a:ln>
                  <a:noFill/>
                </a:ln>
                <a:solidFill>
                  <a:srgbClr val="CC6600"/>
                </a:solidFill>
                <a:effectLst/>
                <a:uLnTx/>
                <a:uFillTx/>
                <a:latin typeface="+mj-lt"/>
                <a:ea typeface="+mn-ea"/>
                <a:cs typeface="+mn-cs"/>
              </a:rPr>
              <a:t>Са дешал чIоагIагI да цун эздел</a:t>
            </a:r>
            <a:r>
              <a:rPr kumimoji="0" lang="ce-Cyrl-RU" sz="2400" b="1" i="0" u="none" strike="noStrike" kern="1200" cap="none" spc="0" normalizeH="0" baseline="0" noProof="0" dirty="0">
                <a:ln>
                  <a:noFill/>
                </a:ln>
                <a:solidFill>
                  <a:srgbClr val="CC6600"/>
                </a:solidFill>
                <a:effectLst/>
                <a:uLnTx/>
                <a:uFillTx/>
                <a:latin typeface="+mj-lt"/>
                <a:ea typeface="+mn-ea"/>
                <a:cs typeface="+mn-cs"/>
              </a:rPr>
              <a:t> </a:t>
            </a:r>
            <a:endParaRPr kumimoji="0" lang="nl-BE" sz="2400" b="1" i="0" u="none" strike="noStrike" kern="1200" cap="none" spc="0" normalizeH="0" baseline="0" noProof="0" dirty="0">
              <a:ln>
                <a:noFill/>
              </a:ln>
              <a:solidFill>
                <a:srgbClr val="CC6600"/>
              </a:solidFill>
              <a:effectLst/>
              <a:uLnTx/>
              <a:uFillTx/>
              <a:latin typeface="Gill Sans MT" panose="020B0502020104020203"/>
              <a:ea typeface="+mn-ea"/>
              <a:cs typeface="+mn-cs"/>
            </a:endParaRPr>
          </a:p>
        </p:txBody>
      </p:sp>
      <p:sp>
        <p:nvSpPr>
          <p:cNvPr id="10" name="TextBox 9">
            <a:extLst>
              <a:ext uri="{FF2B5EF4-FFF2-40B4-BE49-F238E27FC236}">
                <a16:creationId xmlns:a16="http://schemas.microsoft.com/office/drawing/2014/main" id="{6343BD79-EADF-39AF-26F8-D7E577B6C3C9}"/>
              </a:ext>
            </a:extLst>
          </p:cNvPr>
          <p:cNvSpPr txBox="1"/>
          <p:nvPr/>
        </p:nvSpPr>
        <p:spPr>
          <a:xfrm>
            <a:off x="7322585" y="1322794"/>
            <a:ext cx="3952671" cy="584775"/>
          </a:xfrm>
          <a:prstGeom prst="rect">
            <a:avLst/>
          </a:prstGeom>
          <a:noFill/>
        </p:spPr>
        <p:txBody>
          <a:bodyPr wrap="square" rtlCol="0">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ce-Cyrl-RU" sz="3200" b="1" i="0" u="none" strike="noStrike" kern="1200" cap="none" spc="0" normalizeH="0" baseline="0" noProof="0" dirty="0">
                <a:ln>
                  <a:noFill/>
                </a:ln>
                <a:solidFill>
                  <a:srgbClr val="CC6600"/>
                </a:solidFill>
                <a:effectLst/>
                <a:uLnTx/>
                <a:uFillTx/>
                <a:latin typeface="Alasassy Caps"/>
                <a:ea typeface="+mn-ea"/>
                <a:cs typeface="+mn-cs"/>
              </a:rPr>
              <a:t>№ 1</a:t>
            </a:r>
            <a:endParaRPr kumimoji="0" lang="nl-BE" sz="3200" b="1" i="0" u="none" strike="noStrike" kern="1200" cap="none" spc="0" normalizeH="0" baseline="0" noProof="0" dirty="0">
              <a:ln>
                <a:noFill/>
              </a:ln>
              <a:solidFill>
                <a:srgbClr val="CC6600"/>
              </a:solidFill>
              <a:effectLst/>
              <a:uLnTx/>
              <a:uFillTx/>
              <a:latin typeface="Alasassy Caps"/>
              <a:ea typeface="+mn-ea"/>
              <a:cs typeface="+mn-cs"/>
            </a:endParaRPr>
          </a:p>
        </p:txBody>
      </p:sp>
      <p:sp>
        <p:nvSpPr>
          <p:cNvPr id="11" name="TextBox 10">
            <a:extLst>
              <a:ext uri="{FF2B5EF4-FFF2-40B4-BE49-F238E27FC236}">
                <a16:creationId xmlns:a16="http://schemas.microsoft.com/office/drawing/2014/main" id="{C2A48C73-175C-D8D8-25C7-9E0DDE77C77F}"/>
              </a:ext>
            </a:extLst>
          </p:cNvPr>
          <p:cNvSpPr txBox="1"/>
          <p:nvPr/>
        </p:nvSpPr>
        <p:spPr>
          <a:xfrm>
            <a:off x="6589766" y="3381439"/>
            <a:ext cx="5369668" cy="1015663"/>
          </a:xfrm>
          <a:prstGeom prst="rect">
            <a:avLst/>
          </a:prstGeom>
          <a:noFill/>
        </p:spPr>
        <p:txBody>
          <a:bodyPr wrap="square" rtlCol="0">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ru-RU" sz="2000" b="1" i="0" u="none" strike="noStrike" kern="1200" cap="none" spc="0" normalizeH="0" baseline="0" noProof="0" dirty="0">
                <a:ln>
                  <a:noFill/>
                </a:ln>
                <a:solidFill>
                  <a:srgbClr val="CC6600"/>
                </a:solidFill>
                <a:effectLst/>
                <a:uLnTx/>
                <a:uFillTx/>
                <a:ea typeface="+mn-ea"/>
                <a:cs typeface="+mn-cs"/>
              </a:rPr>
              <a:t>Его благородство сильнее моих слов</a:t>
            </a:r>
            <a:br>
              <a:rPr kumimoji="0" lang="ce-Cyrl-RU" sz="2000" b="1" i="0" u="none" strike="noStrike" kern="1200" cap="none" spc="0" normalizeH="0" baseline="0" noProof="0" dirty="0">
                <a:ln>
                  <a:noFill/>
                </a:ln>
                <a:solidFill>
                  <a:srgbClr val="CC6600"/>
                </a:solidFill>
                <a:effectLst/>
                <a:uLnTx/>
                <a:uFillTx/>
                <a:ea typeface="+mn-ea"/>
                <a:cs typeface="+mn-cs"/>
              </a:rPr>
            </a:br>
            <a:br>
              <a:rPr kumimoji="0" lang="ce-Cyrl-RU" sz="2000" b="1" i="0" u="none" strike="noStrike" kern="1200" cap="none" spc="0" normalizeH="0" baseline="0" noProof="0" dirty="0">
                <a:ln>
                  <a:noFill/>
                </a:ln>
                <a:solidFill>
                  <a:srgbClr val="CC6600"/>
                </a:solidFill>
                <a:effectLst/>
                <a:uLnTx/>
                <a:uFillTx/>
                <a:ea typeface="+mn-ea"/>
                <a:cs typeface="+mn-cs"/>
              </a:rPr>
            </a:br>
            <a:r>
              <a:rPr kumimoji="0" lang="en-US" sz="2000" b="1" i="0" u="none" strike="noStrike" kern="1200" cap="none" spc="0" normalizeH="0" baseline="0" noProof="0" dirty="0">
                <a:ln>
                  <a:noFill/>
                </a:ln>
                <a:solidFill>
                  <a:srgbClr val="CC6600"/>
                </a:solidFill>
                <a:effectLst/>
                <a:uLnTx/>
                <a:uFillTx/>
                <a:latin typeface="Gill Sans MT" panose="020B0502020104020203"/>
                <a:ea typeface="+mn-ea"/>
                <a:cs typeface="+mn-cs"/>
              </a:rPr>
              <a:t>His nobility speaks louder than my words</a:t>
            </a:r>
            <a:endParaRPr kumimoji="0" lang="nl-BE" sz="2000" b="0" i="0" u="none" strike="noStrike" kern="1200" cap="none" spc="0" normalizeH="0" baseline="0" noProof="0" dirty="0">
              <a:ln>
                <a:noFill/>
              </a:ln>
              <a:solidFill>
                <a:srgbClr val="CC6600"/>
              </a:solidFill>
              <a:effectLst/>
              <a:uLnTx/>
              <a:uFillTx/>
              <a:latin typeface="Gill Sans MT" panose="020B0502020104020203"/>
              <a:ea typeface="+mn-ea"/>
              <a:cs typeface="+mn-cs"/>
            </a:endParaRPr>
          </a:p>
        </p:txBody>
      </p:sp>
      <p:cxnSp>
        <p:nvCxnSpPr>
          <p:cNvPr id="13" name="Straight Connector 12">
            <a:extLst>
              <a:ext uri="{FF2B5EF4-FFF2-40B4-BE49-F238E27FC236}">
                <a16:creationId xmlns:a16="http://schemas.microsoft.com/office/drawing/2014/main" id="{1F44E224-A0A3-F28E-221F-EB5BC8440BAA}"/>
              </a:ext>
            </a:extLst>
          </p:cNvPr>
          <p:cNvCxnSpPr>
            <a:cxnSpLocks/>
          </p:cNvCxnSpPr>
          <p:nvPr/>
        </p:nvCxnSpPr>
        <p:spPr>
          <a:xfrm>
            <a:off x="8369925" y="1899972"/>
            <a:ext cx="1556425" cy="0"/>
          </a:xfrm>
          <a:prstGeom prst="line">
            <a:avLst/>
          </a:prstGeom>
          <a:ln>
            <a:solidFill>
              <a:srgbClr val="CC6600"/>
            </a:solidFill>
          </a:ln>
        </p:spPr>
        <p:style>
          <a:lnRef idx="1">
            <a:schemeClr val="accent1"/>
          </a:lnRef>
          <a:fillRef idx="0">
            <a:schemeClr val="accent1"/>
          </a:fillRef>
          <a:effectRef idx="0">
            <a:schemeClr val="accent1"/>
          </a:effectRef>
          <a:fontRef idx="minor">
            <a:schemeClr val="tx1"/>
          </a:fontRef>
        </p:style>
      </p:cxnSp>
      <p:cxnSp>
        <p:nvCxnSpPr>
          <p:cNvPr id="14" name="Straight Connector 13">
            <a:extLst>
              <a:ext uri="{FF2B5EF4-FFF2-40B4-BE49-F238E27FC236}">
                <a16:creationId xmlns:a16="http://schemas.microsoft.com/office/drawing/2014/main" id="{8B7D954C-17E0-A338-D96F-6134F0C5115A}"/>
              </a:ext>
            </a:extLst>
          </p:cNvPr>
          <p:cNvCxnSpPr>
            <a:cxnSpLocks/>
          </p:cNvCxnSpPr>
          <p:nvPr/>
        </p:nvCxnSpPr>
        <p:spPr>
          <a:xfrm>
            <a:off x="8369925" y="2558211"/>
            <a:ext cx="1556425" cy="0"/>
          </a:xfrm>
          <a:prstGeom prst="line">
            <a:avLst/>
          </a:prstGeom>
          <a:ln>
            <a:solidFill>
              <a:srgbClr val="CC6600"/>
            </a:solidFill>
          </a:ln>
        </p:spPr>
        <p:style>
          <a:lnRef idx="1">
            <a:schemeClr val="accent1"/>
          </a:lnRef>
          <a:fillRef idx="0">
            <a:schemeClr val="accent1"/>
          </a:fillRef>
          <a:effectRef idx="0">
            <a:schemeClr val="accent1"/>
          </a:effectRef>
          <a:fontRef idx="minor">
            <a:schemeClr val="tx1"/>
          </a:fontRef>
        </p:style>
      </p:cxnSp>
      <p:cxnSp>
        <p:nvCxnSpPr>
          <p:cNvPr id="18" name="Straight Connector 17">
            <a:extLst>
              <a:ext uri="{FF2B5EF4-FFF2-40B4-BE49-F238E27FC236}">
                <a16:creationId xmlns:a16="http://schemas.microsoft.com/office/drawing/2014/main" id="{C34AFEBD-0312-5DC2-8668-33F8363DE6B2}"/>
              </a:ext>
            </a:extLst>
          </p:cNvPr>
          <p:cNvCxnSpPr>
            <a:cxnSpLocks/>
          </p:cNvCxnSpPr>
          <p:nvPr/>
        </p:nvCxnSpPr>
        <p:spPr>
          <a:xfrm>
            <a:off x="8369925" y="3867825"/>
            <a:ext cx="1556425" cy="0"/>
          </a:xfrm>
          <a:prstGeom prst="line">
            <a:avLst/>
          </a:prstGeom>
          <a:ln>
            <a:solidFill>
              <a:srgbClr val="CC6600"/>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161401332"/>
      </p:ext>
    </p:extLst>
  </p:cSld>
  <p:clrMapOvr>
    <a:masterClrMapping/>
  </p:clrMapOvr>
  <mc:AlternateContent xmlns:mc="http://schemas.openxmlformats.org/markup-compatibility/2006" xmlns:p14="http://schemas.microsoft.com/office/powerpoint/2010/main">
    <mc:Choice Requires="p14">
      <p:transition spd="med" p14:dur="700" advTm="2000">
        <p:fade/>
      </p:transition>
    </mc:Choice>
    <mc:Fallback xmlns="">
      <p:transition spd="med" advTm="2000">
        <p:fade/>
      </p:transition>
    </mc:Fallback>
  </mc:AlternateContent>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0" name="p_inh_001">
            <a:hlinkClick r:id="" action="ppaction://media"/>
            <a:extLst>
              <a:ext uri="{FF2B5EF4-FFF2-40B4-BE49-F238E27FC236}">
                <a16:creationId xmlns:a16="http://schemas.microsoft.com/office/drawing/2014/main" id="{905DB5AE-7B3F-AF54-4805-CF9550DA559B}"/>
              </a:ext>
            </a:extLst>
          </p:cNvPr>
          <p:cNvPicPr>
            <a:picLocks noChangeAspect="1"/>
          </p:cNvPicPr>
          <p:nvPr>
            <a:audioFile r:link="rId2"/>
            <p:extLst>
              <p:ext uri="{DAA4B4D4-6D71-4841-9C94-3DE7FCFB9230}">
                <p14:media xmlns:p14="http://schemas.microsoft.com/office/powerpoint/2010/main" r:embed="rId1"/>
              </p:ext>
            </p:extLst>
          </p:nvPr>
        </p:nvPicPr>
        <p:blipFill>
          <a:blip r:embed="rId4"/>
          <a:stretch>
            <a:fillRect/>
          </a:stretch>
        </p:blipFill>
        <p:spPr>
          <a:xfrm>
            <a:off x="470170" y="184826"/>
            <a:ext cx="398834" cy="398834"/>
          </a:xfrm>
          <a:prstGeom prst="rect">
            <a:avLst/>
          </a:prstGeom>
        </p:spPr>
      </p:pic>
      <p:sp>
        <p:nvSpPr>
          <p:cNvPr id="7" name="TextBox 6">
            <a:extLst>
              <a:ext uri="{FF2B5EF4-FFF2-40B4-BE49-F238E27FC236}">
                <a16:creationId xmlns:a16="http://schemas.microsoft.com/office/drawing/2014/main" id="{388FC515-7E5F-5531-8FDD-8728149AFB7C}"/>
              </a:ext>
            </a:extLst>
          </p:cNvPr>
          <p:cNvSpPr txBox="1"/>
          <p:nvPr/>
        </p:nvSpPr>
        <p:spPr>
          <a:xfrm>
            <a:off x="885217" y="1615629"/>
            <a:ext cx="10525328" cy="1477328"/>
          </a:xfrm>
          <a:prstGeom prst="rect">
            <a:avLst/>
          </a:prstGeom>
          <a:noFill/>
        </p:spPr>
        <p:txBody>
          <a:bodyPr wrap="square" rtlCol="0">
            <a:spAutoFit/>
          </a:bodyPr>
          <a:lstStyle/>
          <a:p>
            <a:r>
              <a:rPr lang="ru-RU" dirty="0"/>
              <a:t>Гулбенна нах багӀача цӀагӀа Мохьмад-пайхамар чуваьлча, берригаш гӀайттаб. Пайхамара Ӏоха а аьнна, уж Ӏохайшача, цхьа зӀамига саг латтийсав. Пайхамара шозлагӀа а а</a:t>
            </a:r>
            <a:r>
              <a:rPr lang="ce-Cyrl-RU" dirty="0"/>
              <a:t>ь</a:t>
            </a:r>
            <a:r>
              <a:rPr lang="ru-RU" dirty="0"/>
              <a:t>ннад цунга, Ӏоха. ТӀаккха а хайнавац. Пайхамара яхар хӀана дац Ӏа, Ӏоха ях хьога, оалаш, бехкаш даха нах болабелча, Мохьмад-пайхамара аьннад:</a:t>
            </a:r>
          </a:p>
          <a:p>
            <a:r>
              <a:rPr lang="ru-RU" dirty="0"/>
              <a:t>- Бехкаш ма даха цох. Са дешал чӀоагӀагӀа да цун сих доалла эздел.</a:t>
            </a:r>
            <a:endParaRPr lang="nl-BE" dirty="0"/>
          </a:p>
        </p:txBody>
      </p:sp>
      <p:sp>
        <p:nvSpPr>
          <p:cNvPr id="9" name="Title 8">
            <a:extLst>
              <a:ext uri="{FF2B5EF4-FFF2-40B4-BE49-F238E27FC236}">
                <a16:creationId xmlns:a16="http://schemas.microsoft.com/office/drawing/2014/main" id="{3AA59CDE-27B2-5D45-7DA2-B9D987E3C5BA}"/>
              </a:ext>
            </a:extLst>
          </p:cNvPr>
          <p:cNvSpPr txBox="1">
            <a:spLocks/>
          </p:cNvSpPr>
          <p:nvPr/>
        </p:nvSpPr>
        <p:spPr>
          <a:xfrm>
            <a:off x="885217" y="3784060"/>
            <a:ext cx="10379413" cy="2031325"/>
          </a:xfrm>
          <a:prstGeom prst="rect">
            <a:avLst/>
          </a:prstGeom>
          <a:noFill/>
          <a:ln>
            <a:noFill/>
            <a:prstDash/>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ru-RU" sz="1800" b="1" i="0" u="none" strike="noStrike" kern="1200" cap="none" spc="0" normalizeH="0" baseline="0" noProof="0" dirty="0">
                <a:ln>
                  <a:noFill/>
                </a:ln>
                <a:solidFill>
                  <a:schemeClr val="tx1"/>
                </a:solidFill>
                <a:effectLst/>
                <a:uLnTx/>
                <a:uFillTx/>
                <a:latin typeface="+mn-lt"/>
                <a:ea typeface="+mn-ea"/>
                <a:cs typeface="+mn-cs"/>
              </a:rPr>
              <a:t>Его благородство сильнее моих слов</a:t>
            </a:r>
            <a:br>
              <a:rPr kumimoji="0" lang="ce-Cyrl-RU" sz="1800" b="1" i="0" u="none" strike="noStrike" kern="1200" cap="none" spc="0" normalizeH="0" baseline="0" noProof="0" dirty="0">
                <a:ln>
                  <a:noFill/>
                </a:ln>
                <a:solidFill>
                  <a:schemeClr val="tx1"/>
                </a:solidFill>
                <a:effectLst/>
                <a:uLnTx/>
                <a:uFillTx/>
                <a:latin typeface="+mn-lt"/>
                <a:ea typeface="+mn-ea"/>
                <a:cs typeface="+mn-cs"/>
              </a:rPr>
            </a:br>
            <a:endParaRPr kumimoji="0" lang="ru-RU" sz="1800" b="1" i="0" u="none" strike="noStrike" kern="1200" cap="none" spc="0" normalizeH="0" baseline="0" noProof="0" dirty="0">
              <a:ln>
                <a:noFill/>
              </a:ln>
              <a:solidFill>
                <a:schemeClr val="tx1"/>
              </a:solidFill>
              <a:effectLst/>
              <a:uLnTx/>
              <a:uFillTx/>
              <a:latin typeface="+mn-lt"/>
              <a:ea typeface="+mn-ea"/>
              <a:cs typeface="+mn-cs"/>
            </a:endParaRP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ru-RU" sz="1800" b="0" i="0" u="none" strike="noStrike" kern="1200" cap="none" spc="0" normalizeH="0" baseline="0" noProof="0" dirty="0">
                <a:ln>
                  <a:noFill/>
                </a:ln>
                <a:solidFill>
                  <a:schemeClr val="tx1"/>
                </a:solidFill>
                <a:effectLst/>
                <a:uLnTx/>
                <a:uFillTx/>
                <a:latin typeface="+mn-lt"/>
                <a:ea typeface="+mn-ea"/>
                <a:cs typeface="+mn-cs"/>
              </a:rPr>
              <a:t>В одном доме собрались люди. Они сидели и беседовали. В это время вошел пророк Мухаммед. Все встали, приветствуя его. Пророк попросил их сесть, и тогда все сели. Один юноша продолжал стоять. Пророк повторно предложил ему сесть. Юноша продолжал стоять. На него зашикали: “Садись, тебе говорят. Для тебя слово пророка ничто не значит?”. Тогда Мухаммед-пророк сказал:</a:t>
            </a: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ru-RU" sz="1800" b="0" i="0" u="none" strike="noStrike" kern="1200" cap="none" spc="0" normalizeH="0" baseline="0" noProof="0" dirty="0">
                <a:ln>
                  <a:noFill/>
                </a:ln>
                <a:solidFill>
                  <a:schemeClr val="tx1"/>
                </a:solidFill>
                <a:effectLst/>
                <a:uLnTx/>
                <a:uFillTx/>
                <a:latin typeface="+mn-lt"/>
                <a:ea typeface="+mn-ea"/>
                <a:cs typeface="+mn-cs"/>
              </a:rPr>
              <a:t>“Не обижайте юношу. Благородство, впитавшееся в его душу, сильнее моих слов”.</a:t>
            </a:r>
            <a:r>
              <a:rPr kumimoji="0" lang="ce-Cyrl-RU" sz="1800" b="0" i="0" u="none" strike="noStrike" kern="1200" cap="none" spc="0" normalizeH="0" baseline="0" noProof="0" dirty="0">
                <a:ln>
                  <a:noFill/>
                </a:ln>
                <a:solidFill>
                  <a:schemeClr val="tx1"/>
                </a:solidFill>
                <a:effectLst/>
                <a:uLnTx/>
                <a:uFillTx/>
                <a:latin typeface="+mn-lt"/>
                <a:ea typeface="+mn-ea"/>
                <a:cs typeface="+mn-cs"/>
              </a:rPr>
              <a:t> </a:t>
            </a:r>
            <a:endParaRPr kumimoji="0" lang="nl-BE" sz="1800" b="0" i="0" u="none" strike="noStrike" kern="1200" cap="none" spc="0" normalizeH="0" baseline="0" noProof="0" dirty="0">
              <a:ln>
                <a:noFill/>
              </a:ln>
              <a:solidFill>
                <a:schemeClr val="tx1"/>
              </a:solidFill>
              <a:effectLst/>
              <a:uLnTx/>
              <a:uFillTx/>
              <a:latin typeface="+mn-lt"/>
              <a:ea typeface="+mn-ea"/>
              <a:cs typeface="+mn-cs"/>
            </a:endParaRPr>
          </a:p>
        </p:txBody>
      </p:sp>
      <p:sp>
        <p:nvSpPr>
          <p:cNvPr id="8" name="Title 7">
            <a:extLst>
              <a:ext uri="{FF2B5EF4-FFF2-40B4-BE49-F238E27FC236}">
                <a16:creationId xmlns:a16="http://schemas.microsoft.com/office/drawing/2014/main" id="{0443C54C-441A-C5BB-DBFD-00B50500ACB0}"/>
              </a:ext>
            </a:extLst>
          </p:cNvPr>
          <p:cNvSpPr txBox="1">
            <a:spLocks noGrp="1"/>
          </p:cNvSpPr>
          <p:nvPr>
            <p:ph type="title" idx="4294967295"/>
          </p:nvPr>
        </p:nvSpPr>
        <p:spPr>
          <a:xfrm>
            <a:off x="3435531" y="857983"/>
            <a:ext cx="5068389" cy="461665"/>
          </a:xfrm>
          <a:prstGeom prst="rect">
            <a:avLst/>
          </a:prstGeom>
          <a:noFill/>
          <a:ln>
            <a:noFill/>
            <a:prstDash/>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ru-RU" sz="2400" b="1" i="0" u="none" strike="noStrike" kern="1200" cap="none" spc="0" normalizeH="0" baseline="0" noProof="0" dirty="0">
                <a:ln>
                  <a:noFill/>
                </a:ln>
                <a:solidFill>
                  <a:schemeClr val="tx1"/>
                </a:solidFill>
                <a:effectLst/>
                <a:uLnTx/>
                <a:uFillTx/>
                <a:latin typeface="+mn-lt"/>
                <a:ea typeface="+mn-ea"/>
                <a:cs typeface="+mn-cs"/>
              </a:rPr>
              <a:t>1</a:t>
            </a:r>
            <a:r>
              <a:rPr kumimoji="0" lang="en-US" sz="2400" b="1" i="0" u="none" strike="noStrike" kern="1200" cap="none" spc="0" normalizeH="0" baseline="0" noProof="0" dirty="0">
                <a:ln>
                  <a:noFill/>
                </a:ln>
                <a:solidFill>
                  <a:schemeClr val="tx1"/>
                </a:solidFill>
                <a:effectLst/>
                <a:uLnTx/>
                <a:uFillTx/>
                <a:latin typeface="+mn-lt"/>
                <a:ea typeface="+mn-ea"/>
                <a:cs typeface="+mn-cs"/>
              </a:rPr>
              <a:t>. </a:t>
            </a:r>
            <a:r>
              <a:rPr kumimoji="0" lang="ru-RU" sz="2400" b="1" i="0" u="none" strike="noStrike" kern="1200" cap="none" spc="0" normalizeH="0" baseline="0" noProof="0" dirty="0">
                <a:ln>
                  <a:noFill/>
                </a:ln>
                <a:solidFill>
                  <a:schemeClr val="tx1"/>
                </a:solidFill>
                <a:effectLst/>
                <a:uLnTx/>
                <a:uFillTx/>
                <a:latin typeface="+mn-lt"/>
                <a:ea typeface="+mn-ea"/>
                <a:cs typeface="+mn-cs"/>
              </a:rPr>
              <a:t>Са дешал ч1оаг</a:t>
            </a:r>
            <a:r>
              <a:rPr kumimoji="0" lang="nl-BE" sz="2400" b="1" i="0" u="none" strike="noStrike" kern="1200" cap="none" spc="0" normalizeH="0" baseline="0" noProof="0" dirty="0">
                <a:ln>
                  <a:noFill/>
                </a:ln>
                <a:solidFill>
                  <a:schemeClr val="tx1"/>
                </a:solidFill>
                <a:effectLst/>
                <a:uLnTx/>
                <a:uFillTx/>
                <a:latin typeface="+mn-lt"/>
                <a:ea typeface="+mn-ea"/>
                <a:cs typeface="+mn-cs"/>
              </a:rPr>
              <a:t>I</a:t>
            </a:r>
            <a:r>
              <a:rPr kumimoji="0" lang="ru-RU" sz="2400" b="1" i="0" u="none" strike="noStrike" kern="1200" cap="none" spc="0" normalizeH="0" baseline="0" noProof="0" dirty="0">
                <a:ln>
                  <a:noFill/>
                </a:ln>
                <a:solidFill>
                  <a:schemeClr val="tx1"/>
                </a:solidFill>
                <a:effectLst/>
                <a:uLnTx/>
                <a:uFillTx/>
                <a:latin typeface="+mn-lt"/>
                <a:ea typeface="+mn-ea"/>
                <a:cs typeface="+mn-cs"/>
              </a:rPr>
              <a:t>аг</a:t>
            </a:r>
            <a:r>
              <a:rPr kumimoji="0" lang="nl-BE" sz="2400" b="1" i="0" u="none" strike="noStrike" kern="1200" cap="none" spc="0" normalizeH="0" baseline="0" noProof="0" dirty="0">
                <a:ln>
                  <a:noFill/>
                </a:ln>
                <a:solidFill>
                  <a:schemeClr val="tx1"/>
                </a:solidFill>
                <a:effectLst/>
                <a:uLnTx/>
                <a:uFillTx/>
                <a:latin typeface="+mn-lt"/>
                <a:ea typeface="+mn-ea"/>
                <a:cs typeface="+mn-cs"/>
              </a:rPr>
              <a:t>I </a:t>
            </a:r>
            <a:r>
              <a:rPr kumimoji="0" lang="ru-RU" sz="2400" b="1" i="0" u="none" strike="noStrike" kern="1200" cap="none" spc="0" normalizeH="0" baseline="0" noProof="0" dirty="0">
                <a:ln>
                  <a:noFill/>
                </a:ln>
                <a:solidFill>
                  <a:schemeClr val="tx1"/>
                </a:solidFill>
                <a:effectLst/>
                <a:uLnTx/>
                <a:uFillTx/>
                <a:latin typeface="+mn-lt"/>
                <a:ea typeface="+mn-ea"/>
                <a:cs typeface="+mn-cs"/>
              </a:rPr>
              <a:t>да цун эздел</a:t>
            </a:r>
            <a:endParaRPr kumimoji="0" lang="nl-BE" sz="2400" b="0" i="0" u="none" strike="noStrike" kern="1200" cap="none" spc="0" normalizeH="0" baseline="0" noProof="0" dirty="0">
              <a:ln>
                <a:noFill/>
              </a:ln>
              <a:solidFill>
                <a:schemeClr val="tx1"/>
              </a:solidFill>
              <a:effectLst/>
              <a:uLnTx/>
              <a:uFillTx/>
              <a:latin typeface="+mn-lt"/>
              <a:ea typeface="+mn-ea"/>
              <a:cs typeface="+mn-cs"/>
            </a:endParaRPr>
          </a:p>
        </p:txBody>
      </p:sp>
    </p:spTree>
    <p:extLst>
      <p:ext uri="{BB962C8B-B14F-4D97-AF65-F5344CB8AC3E}">
        <p14:creationId xmlns:p14="http://schemas.microsoft.com/office/powerpoint/2010/main" val="2352826899"/>
      </p:ext>
    </p:extLst>
  </p:cSld>
  <p:clrMapOvr>
    <a:masterClrMapping/>
  </p:clrMapOvr>
  <mc:AlternateContent xmlns:mc="http://schemas.openxmlformats.org/markup-compatibility/2006" xmlns:p14="http://schemas.microsoft.com/office/powerpoint/2010/main">
    <mc:Choice Requires="p14">
      <p:transition spd="med" p14:dur="700" advTm="41000">
        <p:fade/>
      </p:transition>
    </mc:Choice>
    <mc:Fallback xmlns="">
      <p:transition spd="med" advTm="41000">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mediacall" presetSubtype="0" fill="hold" nodeType="clickEffect">
                                  <p:stCondLst>
                                    <p:cond delay="0"/>
                                  </p:stCondLst>
                                  <p:childTnLst>
                                    <p:cmd type="call" cmd="playFrom(0.0)">
                                      <p:cBhvr>
                                        <p:cTn id="6" dur="40128" fill="hold"/>
                                        <p:tgtEl>
                                          <p:spTgt spid="10"/>
                                        </p:tgtEl>
                                      </p:cBhvr>
                                    </p:cmd>
                                  </p:childTnLst>
                                </p:cTn>
                              </p:par>
                            </p:childTnLst>
                          </p:cTn>
                        </p:par>
                      </p:childTnLst>
                    </p:cTn>
                  </p:par>
                </p:childTnLst>
              </p:cTn>
              <p:prevCondLst>
                <p:cond evt="onPrev" delay="0">
                  <p:tgtEl>
                    <p:sldTgt/>
                  </p:tgtEl>
                </p:cond>
              </p:prevCondLst>
              <p:nextCondLst>
                <p:cond evt="onNext" delay="0">
                  <p:tgtEl>
                    <p:sldTgt/>
                  </p:tgtEl>
                </p:cond>
              </p:nextCondLst>
            </p:seq>
            <p:audio>
              <p:cMediaNode vol="80000" showWhenStopped="0">
                <p:cTn id="7" fill="hold" display="0">
                  <p:stCondLst>
                    <p:cond delay="indefinite"/>
                  </p:stCondLst>
                  <p:endCondLst>
                    <p:cond evt="onStopAudio" delay="0">
                      <p:tgtEl>
                        <p:sldTgt/>
                      </p:tgtEl>
                    </p:cond>
                  </p:endCondLst>
                </p:cTn>
                <p:tgtEl>
                  <p:spTgt spid="10"/>
                </p:tgtEl>
              </p:cMediaNode>
            </p:audio>
          </p:childTnLst>
        </p:cTn>
      </p:par>
    </p:tn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4F3E228-0DFB-EEF1-2338-3AD6B9EA92A6}"/>
            </a:ext>
          </a:extLst>
        </p:cNvPr>
        <p:cNvGrpSpPr/>
        <p:nvPr/>
      </p:nvGrpSpPr>
      <p:grpSpPr>
        <a:xfrm>
          <a:off x="0" y="0"/>
          <a:ext cx="0" cy="0"/>
          <a:chOff x="0" y="0"/>
          <a:chExt cx="0" cy="0"/>
        </a:xfrm>
      </p:grpSpPr>
      <p:sp>
        <p:nvSpPr>
          <p:cNvPr id="7" name="TextBox 6">
            <a:extLst>
              <a:ext uri="{FF2B5EF4-FFF2-40B4-BE49-F238E27FC236}">
                <a16:creationId xmlns:a16="http://schemas.microsoft.com/office/drawing/2014/main" id="{C3BEDB9C-78AC-CAD6-9DEC-DD7DD284558F}"/>
              </a:ext>
            </a:extLst>
          </p:cNvPr>
          <p:cNvSpPr txBox="1"/>
          <p:nvPr/>
        </p:nvSpPr>
        <p:spPr>
          <a:xfrm>
            <a:off x="5108642" y="583660"/>
            <a:ext cx="1974716" cy="338554"/>
          </a:xfrm>
          <a:prstGeom prst="rect">
            <a:avLst/>
          </a:prstGeom>
          <a:solidFill>
            <a:srgbClr val="00B050"/>
          </a:solidFill>
        </p:spPr>
        <p:txBody>
          <a:bodyPr wrap="square" rtlCol="0">
            <a:spAutoFit/>
          </a:bodyPr>
          <a:lstStyle/>
          <a:p>
            <a:pPr algn="ctr"/>
            <a:r>
              <a:rPr lang="en-US" sz="1600" b="1" dirty="0"/>
              <a:t>ENGLISH</a:t>
            </a:r>
            <a:endParaRPr lang="nl-BE" sz="1600" dirty="0"/>
          </a:p>
        </p:txBody>
      </p:sp>
      <p:sp>
        <p:nvSpPr>
          <p:cNvPr id="9" name="TextBox 8">
            <a:extLst>
              <a:ext uri="{FF2B5EF4-FFF2-40B4-BE49-F238E27FC236}">
                <a16:creationId xmlns:a16="http://schemas.microsoft.com/office/drawing/2014/main" id="{896AE75D-6FB0-0CE2-7060-2DE8ECBECE3C}"/>
              </a:ext>
            </a:extLst>
          </p:cNvPr>
          <p:cNvSpPr txBox="1"/>
          <p:nvPr/>
        </p:nvSpPr>
        <p:spPr>
          <a:xfrm>
            <a:off x="906294" y="2035371"/>
            <a:ext cx="10379413" cy="3046988"/>
          </a:xfrm>
          <a:prstGeom prst="rect">
            <a:avLst/>
          </a:prstGeom>
          <a:noFill/>
        </p:spPr>
        <p:txBody>
          <a:bodyPr wrap="square" rtlCol="0">
            <a:spAutoFit/>
          </a:bodyPr>
          <a:lstStyle/>
          <a:p>
            <a:r>
              <a:rPr lang="en-US" sz="2400" dirty="0"/>
              <a:t>A group of people had gathered in a house. They were sitting and chatting. At that moment, the Prophet Muhammad entered. Everyone stood up to greet him. The Prophet asked them to sit down, and they all sat down. One young man remained standing. The Prophet asked him again to sit down. The young man remained standing. They hissed at him: “Sit down, we’re telling you. Does the Prophet’s word mean nothing to you?” Then the Prophet Muhammad said:</a:t>
            </a:r>
          </a:p>
          <a:p>
            <a:r>
              <a:rPr lang="en-US" sz="2400" dirty="0"/>
              <a:t>- Do not offend the young man. The nobility ingrained in his soul is stronger than my words.</a:t>
            </a:r>
            <a:endParaRPr lang="nl-BE" sz="2400" dirty="0"/>
          </a:p>
        </p:txBody>
      </p:sp>
      <p:sp>
        <p:nvSpPr>
          <p:cNvPr id="2" name="Title 1">
            <a:extLst>
              <a:ext uri="{FF2B5EF4-FFF2-40B4-BE49-F238E27FC236}">
                <a16:creationId xmlns:a16="http://schemas.microsoft.com/office/drawing/2014/main" id="{FC9D6F66-8A53-46AC-84C3-415E9E7A949F}"/>
              </a:ext>
            </a:extLst>
          </p:cNvPr>
          <p:cNvSpPr txBox="1">
            <a:spLocks noGrp="1"/>
          </p:cNvSpPr>
          <p:nvPr>
            <p:ph type="title" idx="4294967295"/>
          </p:nvPr>
        </p:nvSpPr>
        <p:spPr>
          <a:xfrm>
            <a:off x="1894114" y="1332415"/>
            <a:ext cx="7968343" cy="461665"/>
          </a:xfrm>
          <a:prstGeom prst="rect">
            <a:avLst/>
          </a:prstGeom>
          <a:noFill/>
          <a:ln>
            <a:noFill/>
            <a:prstDash/>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ru-RU" sz="2400" b="1" i="0" u="none" strike="noStrike" kern="1200" cap="none" spc="0" normalizeH="0" baseline="0" noProof="0" dirty="0">
                <a:ln>
                  <a:noFill/>
                </a:ln>
                <a:solidFill>
                  <a:schemeClr val="tx1"/>
                </a:solidFill>
                <a:effectLst/>
                <a:uLnTx/>
                <a:uFillTx/>
                <a:latin typeface="+mn-lt"/>
                <a:ea typeface="+mn-ea"/>
                <a:cs typeface="+mn-cs"/>
              </a:rPr>
              <a:t>1</a:t>
            </a:r>
            <a:r>
              <a:rPr kumimoji="0" lang="en-US" sz="2400" b="1" i="0" u="none" strike="noStrike" kern="1200" cap="none" spc="0" normalizeH="0" baseline="0" noProof="0" dirty="0">
                <a:ln>
                  <a:noFill/>
                </a:ln>
                <a:solidFill>
                  <a:schemeClr val="tx1"/>
                </a:solidFill>
                <a:effectLst/>
                <a:uLnTx/>
                <a:uFillTx/>
                <a:latin typeface="+mn-lt"/>
                <a:ea typeface="+mn-ea"/>
                <a:cs typeface="+mn-cs"/>
              </a:rPr>
              <a:t>. His nobility speaks louder than my words</a:t>
            </a:r>
            <a:endParaRPr kumimoji="0" lang="nl-BE" sz="2400" b="0" i="0" u="none" strike="noStrike" kern="1200" cap="none" spc="0" normalizeH="0" baseline="0" noProof="0" dirty="0">
              <a:ln>
                <a:noFill/>
              </a:ln>
              <a:solidFill>
                <a:schemeClr val="tx1"/>
              </a:solidFill>
              <a:effectLst/>
              <a:uLnTx/>
              <a:uFillTx/>
              <a:latin typeface="+mn-lt"/>
              <a:ea typeface="+mn-ea"/>
              <a:cs typeface="+mn-cs"/>
            </a:endParaRPr>
          </a:p>
        </p:txBody>
      </p:sp>
    </p:spTree>
    <p:extLst>
      <p:ext uri="{BB962C8B-B14F-4D97-AF65-F5344CB8AC3E}">
        <p14:creationId xmlns:p14="http://schemas.microsoft.com/office/powerpoint/2010/main" val="3912258381"/>
      </p:ext>
    </p:extLst>
  </p:cSld>
  <p:clrMapOvr>
    <a:masterClrMapping/>
  </p:clrMapOvr>
  <mc:AlternateContent xmlns:mc="http://schemas.openxmlformats.org/markup-compatibility/2006" xmlns:p14="http://schemas.microsoft.com/office/powerpoint/2010/main">
    <mc:Choice Requires="p14">
      <p:transition spd="med" p14:dur="700" advTm="3000">
        <p:fade/>
      </p:transition>
    </mc:Choice>
    <mc:Fallback xmlns="">
      <p:transition spd="med" advTm="3000">
        <p:fade/>
      </p:transition>
    </mc:Fallback>
  </mc:AlternateContent>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1AD386A-E652-F092-4302-9A5564B64EE6}"/>
            </a:ext>
          </a:extLst>
        </p:cNvPr>
        <p:cNvGrpSpPr/>
        <p:nvPr/>
      </p:nvGrpSpPr>
      <p:grpSpPr>
        <a:xfrm>
          <a:off x="0" y="0"/>
          <a:ext cx="0" cy="0"/>
          <a:chOff x="0" y="0"/>
          <a:chExt cx="0" cy="0"/>
        </a:xfrm>
      </p:grpSpPr>
      <p:sp>
        <p:nvSpPr>
          <p:cNvPr id="9" name="TextBox 8">
            <a:extLst>
              <a:ext uri="{FF2B5EF4-FFF2-40B4-BE49-F238E27FC236}">
                <a16:creationId xmlns:a16="http://schemas.microsoft.com/office/drawing/2014/main" id="{93E2E525-A17F-4826-347D-F47A09EB0F54}"/>
              </a:ext>
            </a:extLst>
          </p:cNvPr>
          <p:cNvSpPr txBox="1"/>
          <p:nvPr/>
        </p:nvSpPr>
        <p:spPr>
          <a:xfrm>
            <a:off x="906294" y="2090006"/>
            <a:ext cx="10379413" cy="3323987"/>
          </a:xfrm>
          <a:prstGeom prst="rect">
            <a:avLst/>
          </a:prstGeom>
          <a:noFill/>
        </p:spPr>
        <p:txBody>
          <a:bodyPr wrap="square" rtlCol="0">
            <a:spAutoFit/>
          </a:bodyPr>
          <a:lstStyle/>
          <a:p>
            <a:r>
              <a:rPr lang="ru-RU" sz="2400" dirty="0"/>
              <a:t>Гулбелла нах бохкучу цӀен чохь Мохьмад-пайхмар (Делера салам-маршал хуьлда цунна) чуваьлча, массо а гӀеттина. Пайхамаро охьаховша а аьлла, уьш охьахевшича, цхьа жима стаг лаьтташ висна. Пайхамаро шозлагӀа а аьлла цуьнга, охьахаа. ТӀаккха а хиъна вац. Пайхамаро бохург хӀунда дац ахьа, охьахаа боху хьоьга, олуш, бехкаш даха нах болабелча, Мохьмад-пайхамаро (Делера салам-маршал хуьлда цунна) аьлла:</a:t>
            </a:r>
          </a:p>
          <a:p>
            <a:endParaRPr lang="ru-RU" sz="2400" dirty="0"/>
          </a:p>
          <a:p>
            <a:r>
              <a:rPr lang="ru-RU" sz="2400" dirty="0"/>
              <a:t>“Бехкаш ма даха цунах. Сан дашал чӀогӀах йу цуьнан сих йоллу оьздангалла”.</a:t>
            </a:r>
          </a:p>
          <a:p>
            <a:pPr algn="ctr"/>
            <a:endParaRPr lang="ru-RU" b="1" dirty="0"/>
          </a:p>
        </p:txBody>
      </p:sp>
      <p:sp>
        <p:nvSpPr>
          <p:cNvPr id="5" name="TextBox 4">
            <a:extLst>
              <a:ext uri="{FF2B5EF4-FFF2-40B4-BE49-F238E27FC236}">
                <a16:creationId xmlns:a16="http://schemas.microsoft.com/office/drawing/2014/main" id="{B62501EA-A4E5-78D0-3E04-F3E2BF5DAC77}"/>
              </a:ext>
            </a:extLst>
          </p:cNvPr>
          <p:cNvSpPr txBox="1"/>
          <p:nvPr/>
        </p:nvSpPr>
        <p:spPr>
          <a:xfrm>
            <a:off x="5108642" y="583660"/>
            <a:ext cx="1974716" cy="369332"/>
          </a:xfrm>
          <a:prstGeom prst="rect">
            <a:avLst/>
          </a:prstGeom>
          <a:solidFill>
            <a:srgbClr val="00B050"/>
          </a:solidFill>
        </p:spPr>
        <p:txBody>
          <a:bodyPr wrap="square" rtlCol="0">
            <a:spAutoFit/>
          </a:bodyPr>
          <a:lstStyle/>
          <a:p>
            <a:pPr algn="ctr"/>
            <a:r>
              <a:rPr lang="ce-Cyrl-RU" b="1" dirty="0"/>
              <a:t>НОХЧИЙН</a:t>
            </a:r>
            <a:endParaRPr lang="nl-BE" dirty="0"/>
          </a:p>
        </p:txBody>
      </p:sp>
      <p:sp>
        <p:nvSpPr>
          <p:cNvPr id="2" name="Title 1">
            <a:extLst>
              <a:ext uri="{FF2B5EF4-FFF2-40B4-BE49-F238E27FC236}">
                <a16:creationId xmlns:a16="http://schemas.microsoft.com/office/drawing/2014/main" id="{FA938F8D-88FC-1422-D03E-F577C0401877}"/>
              </a:ext>
            </a:extLst>
          </p:cNvPr>
          <p:cNvSpPr txBox="1">
            <a:spLocks noGrp="1"/>
          </p:cNvSpPr>
          <p:nvPr>
            <p:ph type="title" idx="4294967295"/>
          </p:nvPr>
        </p:nvSpPr>
        <p:spPr>
          <a:xfrm>
            <a:off x="2817223" y="1306286"/>
            <a:ext cx="6557554" cy="461665"/>
          </a:xfrm>
          <a:prstGeom prst="rect">
            <a:avLst/>
          </a:prstGeom>
          <a:noFill/>
          <a:ln>
            <a:noFill/>
            <a:prstDash/>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chemeClr val="tx1"/>
                </a:solidFill>
                <a:effectLst/>
                <a:uLnTx/>
                <a:uFillTx/>
                <a:latin typeface="+mn-lt"/>
                <a:ea typeface="+mn-ea"/>
                <a:cs typeface="+mn-cs"/>
              </a:rPr>
              <a:t>1. </a:t>
            </a:r>
            <a:r>
              <a:rPr kumimoji="0" lang="ru-RU" sz="2400" b="1" i="0" u="none" strike="noStrike" kern="1200" cap="none" spc="0" normalizeH="0" baseline="0" noProof="0" dirty="0">
                <a:ln>
                  <a:noFill/>
                </a:ln>
                <a:solidFill>
                  <a:schemeClr val="tx1"/>
                </a:solidFill>
                <a:effectLst/>
                <a:uLnTx/>
                <a:uFillTx/>
                <a:latin typeface="+mn-lt"/>
                <a:ea typeface="+mn-ea"/>
                <a:cs typeface="+mn-cs"/>
              </a:rPr>
              <a:t>Сан дашал ч</a:t>
            </a:r>
            <a:r>
              <a:rPr kumimoji="0" lang="en-US" sz="2400" b="1" i="0" u="none" strike="noStrike" kern="1200" cap="none" spc="0" normalizeH="0" baseline="0" noProof="0" dirty="0">
                <a:ln>
                  <a:noFill/>
                </a:ln>
                <a:solidFill>
                  <a:schemeClr val="tx1"/>
                </a:solidFill>
                <a:effectLst/>
                <a:uLnTx/>
                <a:uFillTx/>
                <a:latin typeface="+mn-lt"/>
                <a:ea typeface="+mn-ea"/>
                <a:cs typeface="+mn-cs"/>
              </a:rPr>
              <a:t>I</a:t>
            </a:r>
            <a:r>
              <a:rPr kumimoji="0" lang="ru-RU" sz="2400" b="1" i="0" u="none" strike="noStrike" kern="1200" cap="none" spc="0" normalizeH="0" baseline="0" noProof="0" dirty="0">
                <a:ln>
                  <a:noFill/>
                </a:ln>
                <a:solidFill>
                  <a:schemeClr val="tx1"/>
                </a:solidFill>
                <a:effectLst/>
                <a:uLnTx/>
                <a:uFillTx/>
                <a:latin typeface="+mn-lt"/>
                <a:ea typeface="+mn-ea"/>
                <a:cs typeface="+mn-cs"/>
              </a:rPr>
              <a:t>ог</a:t>
            </a:r>
            <a:r>
              <a:rPr kumimoji="0" lang="en-US" sz="2400" b="1" i="0" u="none" strike="noStrike" kern="1200" cap="none" spc="0" normalizeH="0" baseline="0" noProof="0" dirty="0">
                <a:ln>
                  <a:noFill/>
                </a:ln>
                <a:solidFill>
                  <a:schemeClr val="tx1"/>
                </a:solidFill>
                <a:effectLst/>
                <a:uLnTx/>
                <a:uFillTx/>
                <a:latin typeface="+mn-lt"/>
                <a:ea typeface="+mn-ea"/>
                <a:cs typeface="+mn-cs"/>
              </a:rPr>
              <a:t>I</a:t>
            </a:r>
            <a:r>
              <a:rPr kumimoji="0" lang="ru-RU" sz="2400" b="1" i="0" u="none" strike="noStrike" kern="1200" cap="none" spc="0" normalizeH="0" baseline="0" noProof="0" dirty="0">
                <a:ln>
                  <a:noFill/>
                </a:ln>
                <a:solidFill>
                  <a:schemeClr val="tx1"/>
                </a:solidFill>
                <a:effectLst/>
                <a:uLnTx/>
                <a:uFillTx/>
                <a:latin typeface="+mn-lt"/>
                <a:ea typeface="+mn-ea"/>
                <a:cs typeface="+mn-cs"/>
              </a:rPr>
              <a:t>ах йу цуьнан оьздангалла</a:t>
            </a:r>
            <a:endParaRPr kumimoji="0" lang="nl-BE" sz="2400" b="0" i="0" u="none" strike="noStrike" kern="1200" cap="none" spc="0" normalizeH="0" baseline="0" noProof="0" dirty="0">
              <a:ln>
                <a:noFill/>
              </a:ln>
              <a:solidFill>
                <a:schemeClr val="tx1"/>
              </a:solidFill>
              <a:effectLst/>
              <a:uLnTx/>
              <a:uFillTx/>
              <a:latin typeface="+mn-lt"/>
              <a:ea typeface="+mn-ea"/>
              <a:cs typeface="+mn-cs"/>
            </a:endParaRPr>
          </a:p>
        </p:txBody>
      </p:sp>
    </p:spTree>
    <p:extLst>
      <p:ext uri="{BB962C8B-B14F-4D97-AF65-F5344CB8AC3E}">
        <p14:creationId xmlns:p14="http://schemas.microsoft.com/office/powerpoint/2010/main" val="4293172063"/>
      </p:ext>
    </p:extLst>
  </p:cSld>
  <p:clrMapOvr>
    <a:masterClrMapping/>
  </p:clrMapOvr>
  <mc:AlternateContent xmlns:mc="http://schemas.openxmlformats.org/markup-compatibility/2006" xmlns:p14="http://schemas.microsoft.com/office/powerpoint/2010/main">
    <mc:Choice Requires="p14">
      <p:transition spd="med" p14:dur="700" advTm="3000">
        <p:fade/>
      </p:transition>
    </mc:Choice>
    <mc:Fallback xmlns="">
      <p:transition spd="med" advTm="3000">
        <p:fade/>
      </p:transition>
    </mc:Fallback>
  </mc:AlternateContent>
</p:sld>
</file>

<file path=ppt/slides/slide8.xml><?xml version="1.0" encoding="utf-8"?>
<p:sld xmlns:a="http://schemas.openxmlformats.org/drawingml/2006/main" xmlns:r="http://schemas.openxmlformats.org/officeDocument/2006/relationships" xmlns:p="http://schemas.openxmlformats.org/presentationml/2006/main">
  <p:cSld>
    <p:bg>
      <p:bgPr>
        <a:gradFill rotWithShape="1">
          <a:gsLst>
            <a:gs pos="0">
              <a:schemeClr val="bg2">
                <a:tint val="94000"/>
                <a:satMod val="80000"/>
                <a:lumMod val="106000"/>
              </a:schemeClr>
            </a:gs>
            <a:gs pos="100000">
              <a:schemeClr val="bg2">
                <a:shade val="80000"/>
              </a:schemeClr>
            </a:gs>
          </a:gsLst>
          <a:path path="circle">
            <a:fillToRect l="43000" r="43000" b="100000"/>
          </a:path>
        </a:gra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9DD79A5-B4FF-B41C-F4E9-DF9BF7B6EE8E}"/>
              </a:ext>
            </a:extLst>
          </p:cNvPr>
          <p:cNvSpPr>
            <a:spLocks noGrp="1"/>
          </p:cNvSpPr>
          <p:nvPr>
            <p:ph type="title"/>
          </p:nvPr>
        </p:nvSpPr>
        <p:spPr>
          <a:xfrm>
            <a:off x="943580" y="564374"/>
            <a:ext cx="2021294" cy="580936"/>
          </a:xfrm>
        </p:spPr>
        <p:txBody>
          <a:bodyPr>
            <a:normAutofit/>
          </a:bodyPr>
          <a:lstStyle/>
          <a:p>
            <a:r>
              <a:rPr lang="ce-Cyrl-RU" dirty="0"/>
              <a:t>Лексика</a:t>
            </a:r>
            <a:endParaRPr lang="nl-BE" dirty="0"/>
          </a:p>
        </p:txBody>
      </p:sp>
      <p:sp>
        <p:nvSpPr>
          <p:cNvPr id="9" name="TextBox 8">
            <a:extLst>
              <a:ext uri="{FF2B5EF4-FFF2-40B4-BE49-F238E27FC236}">
                <a16:creationId xmlns:a16="http://schemas.microsoft.com/office/drawing/2014/main" id="{29BA41B2-4DBC-A7BF-8C4C-C97C35C94FDA}"/>
              </a:ext>
            </a:extLst>
          </p:cNvPr>
          <p:cNvSpPr txBox="1"/>
          <p:nvPr/>
        </p:nvSpPr>
        <p:spPr>
          <a:xfrm>
            <a:off x="440266" y="1853754"/>
            <a:ext cx="8856133" cy="3693319"/>
          </a:xfrm>
          <a:prstGeom prst="rect">
            <a:avLst/>
          </a:prstGeom>
          <a:noFill/>
        </p:spPr>
        <p:txBody>
          <a:bodyPr wrap="square" rtlCol="0">
            <a:spAutoFit/>
          </a:bodyPr>
          <a:lstStyle/>
          <a:p>
            <a:pPr marL="285750" indent="-285750">
              <a:buFont typeface="Arial" panose="020B0604020202020204" pitchFamily="34" charset="0"/>
              <a:buChar char="•"/>
            </a:pPr>
            <a:r>
              <a:rPr lang="ce-Cyrl-RU" dirty="0"/>
              <a:t>Эздел (д)	</a:t>
            </a:r>
            <a:r>
              <a:rPr lang="en-US" dirty="0"/>
              <a:t>	</a:t>
            </a:r>
            <a:r>
              <a:rPr lang="ce-Cyrl-RU" dirty="0"/>
              <a:t>		Оьздангалла</a:t>
            </a:r>
            <a:r>
              <a:rPr lang="en-US" dirty="0"/>
              <a:t>	</a:t>
            </a:r>
            <a:r>
              <a:rPr lang="ce-Cyrl-RU" dirty="0"/>
              <a:t>(й) 			Благородство		</a:t>
            </a:r>
            <a:r>
              <a:rPr lang="en-US" dirty="0"/>
              <a:t>	</a:t>
            </a:r>
            <a:r>
              <a:rPr lang="ce-Cyrl-RU" dirty="0"/>
              <a:t>	</a:t>
            </a:r>
            <a:endParaRPr lang="en-US" dirty="0"/>
          </a:p>
          <a:p>
            <a:pPr marL="285750" indent="-285750">
              <a:buFont typeface="Arial" panose="020B0604020202020204" pitchFamily="34" charset="0"/>
              <a:buChar char="•"/>
            </a:pPr>
            <a:r>
              <a:rPr lang="ce-Cyrl-RU" dirty="0"/>
              <a:t>Пайхамар	</a:t>
            </a:r>
            <a:r>
              <a:rPr lang="en-US" dirty="0"/>
              <a:t>	</a:t>
            </a:r>
            <a:r>
              <a:rPr lang="ce-Cyrl-RU" dirty="0"/>
              <a:t>		Пайхмар 				Пророк 					</a:t>
            </a:r>
            <a:endParaRPr lang="en-US" dirty="0"/>
          </a:p>
          <a:p>
            <a:pPr marL="285750" indent="-285750">
              <a:buFont typeface="Arial" panose="020B0604020202020204" pitchFamily="34" charset="0"/>
              <a:buChar char="•"/>
            </a:pPr>
            <a:r>
              <a:rPr lang="ce-Cyrl-RU" dirty="0"/>
              <a:t>Саг (нах)				Стаг (нах) 				Человек (Люди) 		</a:t>
            </a:r>
            <a:endParaRPr lang="en-US" dirty="0"/>
          </a:p>
          <a:p>
            <a:pPr marL="285750" indent="-285750">
              <a:buFont typeface="Arial" panose="020B0604020202020204" pitchFamily="34" charset="0"/>
              <a:buChar char="•"/>
            </a:pPr>
            <a:r>
              <a:rPr lang="ce-Cyrl-RU" dirty="0"/>
              <a:t>Берригаш	</a:t>
            </a:r>
            <a:r>
              <a:rPr lang="en-US" dirty="0"/>
              <a:t>	</a:t>
            </a:r>
            <a:r>
              <a:rPr lang="ce-Cyrl-RU" dirty="0"/>
              <a:t>		Берриш 					Все				</a:t>
            </a:r>
          </a:p>
          <a:p>
            <a:pPr marL="285750" indent="-285750">
              <a:buFont typeface="Arial" panose="020B0604020202020204" pitchFamily="34" charset="0"/>
              <a:buChar char="•"/>
            </a:pPr>
            <a:r>
              <a:rPr lang="ce-Cyrl-RU" dirty="0"/>
              <a:t>1оха					Охьахаа					Садись</a:t>
            </a:r>
            <a:br>
              <a:rPr lang="ce-Cyrl-RU" dirty="0"/>
            </a:br>
            <a:r>
              <a:rPr lang="ce-Cyrl-RU" dirty="0"/>
              <a:t>	1аховша					Охьаховша	 			Садитесь			</a:t>
            </a:r>
            <a:endParaRPr lang="en-US" dirty="0"/>
          </a:p>
          <a:p>
            <a:pPr marL="285750" indent="-285750">
              <a:buFont typeface="Arial" panose="020B0604020202020204" pitchFamily="34" charset="0"/>
              <a:buChar char="•"/>
            </a:pPr>
            <a:r>
              <a:rPr lang="ce-Cyrl-RU" dirty="0"/>
              <a:t>З1амига				Жима					Маленький			</a:t>
            </a:r>
            <a:endParaRPr lang="en-US" dirty="0"/>
          </a:p>
          <a:p>
            <a:pPr marL="285750" indent="-285750">
              <a:buFont typeface="Arial" panose="020B0604020202020204" pitchFamily="34" charset="0"/>
              <a:buChar char="•"/>
            </a:pPr>
            <a:r>
              <a:rPr lang="ce-Cyrl-RU" dirty="0"/>
              <a:t>Яхар					Бохург					Произносимое	</a:t>
            </a:r>
          </a:p>
          <a:p>
            <a:pPr marL="285750" indent="-285750">
              <a:buFont typeface="Arial" panose="020B0604020202020204" pitchFamily="34" charset="0"/>
              <a:buChar char="•"/>
            </a:pPr>
            <a:r>
              <a:rPr lang="ce-Cyrl-RU" dirty="0"/>
              <a:t>Бехк баккха			Бехк баккха				Порицать (в чем-то одном)</a:t>
            </a:r>
            <a:br>
              <a:rPr lang="ce-Cyrl-RU" dirty="0"/>
            </a:br>
            <a:r>
              <a:rPr lang="ce-Cyrl-RU" dirty="0"/>
              <a:t>	Бехкаш даха				Бехкаш даха				Порицать (во многом)</a:t>
            </a:r>
          </a:p>
          <a:p>
            <a:pPr marL="285750" indent="-285750">
              <a:buFont typeface="Arial" panose="020B0604020202020204" pitchFamily="34" charset="0"/>
              <a:buChar char="•"/>
            </a:pPr>
            <a:r>
              <a:rPr lang="ce-Cyrl-RU" dirty="0"/>
              <a:t>Цох					Цунах					“Он” в вещ. пад.</a:t>
            </a:r>
          </a:p>
          <a:p>
            <a:pPr marL="285750" indent="-285750">
              <a:buFont typeface="Arial" panose="020B0604020202020204" pitchFamily="34" charset="0"/>
              <a:buChar char="•"/>
            </a:pPr>
            <a:r>
              <a:rPr lang="ce-Cyrl-RU" dirty="0"/>
              <a:t>Ч1ог1аг1				Ч1ог1ах					Сильнее</a:t>
            </a:r>
            <a:endParaRPr lang="en-US" dirty="0"/>
          </a:p>
          <a:p>
            <a:pPr marL="285750" indent="-285750">
              <a:buFont typeface="Arial" panose="020B0604020202020204" pitchFamily="34" charset="0"/>
              <a:buChar char="•"/>
            </a:pPr>
            <a:endParaRPr lang="nl-BE" dirty="0"/>
          </a:p>
        </p:txBody>
      </p:sp>
    </p:spTree>
    <p:custDataLst>
      <p:tags r:id="rId1"/>
    </p:custDataLst>
    <p:extLst>
      <p:ext uri="{BB962C8B-B14F-4D97-AF65-F5344CB8AC3E}">
        <p14:creationId xmlns:p14="http://schemas.microsoft.com/office/powerpoint/2010/main" val="2874198289"/>
      </p:ext>
    </p:extLst>
  </p:cSld>
  <p:clrMapOvr>
    <a:masterClrMapping/>
  </p:clrMapOvr>
  <p:transition spd="slow" advTm="373661">
    <p:cover/>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5" presetClass="emph" presetSubtype="0" grpId="0" nodeType="clickEffect">
                                  <p:stCondLst>
                                    <p:cond delay="0"/>
                                  </p:stCondLst>
                                  <p:endCondLst>
                                    <p:cond evt="onNext" delay="0">
                                      <p:tgtEl>
                                        <p:sldTgt/>
                                      </p:tgtEl>
                                    </p:cond>
                                  </p:endCondLst>
                                  <p:childTnLst>
                                    <p:set>
                                      <p:cBhvr override="childStyle">
                                        <p:cTn id="6" dur="indefinite"/>
                                        <p:tgtEl>
                                          <p:spTgt spid="9">
                                            <p:txEl>
                                              <p:pRg st="0" end="0"/>
                                            </p:txEl>
                                          </p:spTgt>
                                        </p:tgtEl>
                                        <p:attrNameLst>
                                          <p:attrName>style.fontWeight</p:attrName>
                                        </p:attrNameLst>
                                      </p:cBhvr>
                                      <p:to>
                                        <p:strVal val="bold"/>
                                      </p:to>
                                    </p:set>
                                  </p:childTnLst>
                                </p:cTn>
                              </p:par>
                            </p:childTnLst>
                          </p:cTn>
                        </p:par>
                      </p:childTnLst>
                    </p:cTn>
                  </p:par>
                  <p:par>
                    <p:cTn id="7" fill="hold">
                      <p:stCondLst>
                        <p:cond delay="indefinite"/>
                      </p:stCondLst>
                      <p:childTnLst>
                        <p:par>
                          <p:cTn id="8" fill="hold">
                            <p:stCondLst>
                              <p:cond delay="0"/>
                            </p:stCondLst>
                            <p:childTnLst>
                              <p:par>
                                <p:cTn id="9" presetID="15" presetClass="emph" presetSubtype="0" grpId="0" nodeType="clickEffect">
                                  <p:stCondLst>
                                    <p:cond delay="0"/>
                                  </p:stCondLst>
                                  <p:endCondLst>
                                    <p:cond evt="onNext" delay="0">
                                      <p:tgtEl>
                                        <p:sldTgt/>
                                      </p:tgtEl>
                                    </p:cond>
                                  </p:endCondLst>
                                  <p:childTnLst>
                                    <p:set>
                                      <p:cBhvr override="childStyle">
                                        <p:cTn id="10" dur="indefinite"/>
                                        <p:tgtEl>
                                          <p:spTgt spid="9">
                                            <p:txEl>
                                              <p:pRg st="1" end="1"/>
                                            </p:txEl>
                                          </p:spTgt>
                                        </p:tgtEl>
                                        <p:attrNameLst>
                                          <p:attrName>style.fontWeight</p:attrName>
                                        </p:attrNameLst>
                                      </p:cBhvr>
                                      <p:to>
                                        <p:strVal val="bold"/>
                                      </p:to>
                                    </p:set>
                                  </p:childTnLst>
                                </p:cTn>
                              </p:par>
                            </p:childTnLst>
                          </p:cTn>
                        </p:par>
                      </p:childTnLst>
                    </p:cTn>
                  </p:par>
                  <p:par>
                    <p:cTn id="11" fill="hold">
                      <p:stCondLst>
                        <p:cond delay="indefinite"/>
                      </p:stCondLst>
                      <p:childTnLst>
                        <p:par>
                          <p:cTn id="12" fill="hold">
                            <p:stCondLst>
                              <p:cond delay="0"/>
                            </p:stCondLst>
                            <p:childTnLst>
                              <p:par>
                                <p:cTn id="13" presetID="15" presetClass="emph" presetSubtype="0" grpId="0" nodeType="clickEffect">
                                  <p:stCondLst>
                                    <p:cond delay="0"/>
                                  </p:stCondLst>
                                  <p:endCondLst>
                                    <p:cond evt="onNext" delay="0">
                                      <p:tgtEl>
                                        <p:sldTgt/>
                                      </p:tgtEl>
                                    </p:cond>
                                  </p:endCondLst>
                                  <p:childTnLst>
                                    <p:set>
                                      <p:cBhvr override="childStyle">
                                        <p:cTn id="14" dur="indefinite"/>
                                        <p:tgtEl>
                                          <p:spTgt spid="9">
                                            <p:txEl>
                                              <p:pRg st="2" end="2"/>
                                            </p:txEl>
                                          </p:spTgt>
                                        </p:tgtEl>
                                        <p:attrNameLst>
                                          <p:attrName>style.fontWeight</p:attrName>
                                        </p:attrNameLst>
                                      </p:cBhvr>
                                      <p:to>
                                        <p:strVal val="bold"/>
                                      </p:to>
                                    </p:set>
                                  </p:childTnLst>
                                </p:cTn>
                              </p:par>
                            </p:childTnLst>
                          </p:cTn>
                        </p:par>
                      </p:childTnLst>
                    </p:cTn>
                  </p:par>
                  <p:par>
                    <p:cTn id="15" fill="hold">
                      <p:stCondLst>
                        <p:cond delay="indefinite"/>
                      </p:stCondLst>
                      <p:childTnLst>
                        <p:par>
                          <p:cTn id="16" fill="hold">
                            <p:stCondLst>
                              <p:cond delay="0"/>
                            </p:stCondLst>
                            <p:childTnLst>
                              <p:par>
                                <p:cTn id="17" presetID="15" presetClass="emph" presetSubtype="0" grpId="0" nodeType="clickEffect">
                                  <p:stCondLst>
                                    <p:cond delay="0"/>
                                  </p:stCondLst>
                                  <p:endCondLst>
                                    <p:cond evt="onNext" delay="0">
                                      <p:tgtEl>
                                        <p:sldTgt/>
                                      </p:tgtEl>
                                    </p:cond>
                                  </p:endCondLst>
                                  <p:childTnLst>
                                    <p:set>
                                      <p:cBhvr override="childStyle">
                                        <p:cTn id="18" dur="indefinite"/>
                                        <p:tgtEl>
                                          <p:spTgt spid="9">
                                            <p:txEl>
                                              <p:pRg st="3" end="3"/>
                                            </p:txEl>
                                          </p:spTgt>
                                        </p:tgtEl>
                                        <p:attrNameLst>
                                          <p:attrName>style.fontWeight</p:attrName>
                                        </p:attrNameLst>
                                      </p:cBhvr>
                                      <p:to>
                                        <p:strVal val="bold"/>
                                      </p:to>
                                    </p:set>
                                  </p:childTnLst>
                                </p:cTn>
                              </p:par>
                            </p:childTnLst>
                          </p:cTn>
                        </p:par>
                      </p:childTnLst>
                    </p:cTn>
                  </p:par>
                  <p:par>
                    <p:cTn id="19" fill="hold">
                      <p:stCondLst>
                        <p:cond delay="indefinite"/>
                      </p:stCondLst>
                      <p:childTnLst>
                        <p:par>
                          <p:cTn id="20" fill="hold">
                            <p:stCondLst>
                              <p:cond delay="0"/>
                            </p:stCondLst>
                            <p:childTnLst>
                              <p:par>
                                <p:cTn id="21" presetID="15" presetClass="emph" presetSubtype="0" grpId="0" nodeType="clickEffect">
                                  <p:stCondLst>
                                    <p:cond delay="0"/>
                                  </p:stCondLst>
                                  <p:endCondLst>
                                    <p:cond evt="onNext" delay="0">
                                      <p:tgtEl>
                                        <p:sldTgt/>
                                      </p:tgtEl>
                                    </p:cond>
                                  </p:endCondLst>
                                  <p:childTnLst>
                                    <p:set>
                                      <p:cBhvr override="childStyle">
                                        <p:cTn id="22" dur="indefinite"/>
                                        <p:tgtEl>
                                          <p:spTgt spid="9">
                                            <p:txEl>
                                              <p:pRg st="4" end="4"/>
                                            </p:txEl>
                                          </p:spTgt>
                                        </p:tgtEl>
                                        <p:attrNameLst>
                                          <p:attrName>style.fontWeight</p:attrName>
                                        </p:attrNameLst>
                                      </p:cBhvr>
                                      <p:to>
                                        <p:strVal val="bold"/>
                                      </p:to>
                                    </p:set>
                                  </p:childTnLst>
                                </p:cTn>
                              </p:par>
                            </p:childTnLst>
                          </p:cTn>
                        </p:par>
                      </p:childTnLst>
                    </p:cTn>
                  </p:par>
                  <p:par>
                    <p:cTn id="23" fill="hold">
                      <p:stCondLst>
                        <p:cond delay="indefinite"/>
                      </p:stCondLst>
                      <p:childTnLst>
                        <p:par>
                          <p:cTn id="24" fill="hold">
                            <p:stCondLst>
                              <p:cond delay="0"/>
                            </p:stCondLst>
                            <p:childTnLst>
                              <p:par>
                                <p:cTn id="25" presetID="15" presetClass="emph" presetSubtype="0" grpId="0" nodeType="clickEffect">
                                  <p:stCondLst>
                                    <p:cond delay="0"/>
                                  </p:stCondLst>
                                  <p:endCondLst>
                                    <p:cond evt="onNext" delay="0">
                                      <p:tgtEl>
                                        <p:sldTgt/>
                                      </p:tgtEl>
                                    </p:cond>
                                  </p:endCondLst>
                                  <p:childTnLst>
                                    <p:set>
                                      <p:cBhvr override="childStyle">
                                        <p:cTn id="26" dur="indefinite"/>
                                        <p:tgtEl>
                                          <p:spTgt spid="9">
                                            <p:txEl>
                                              <p:pRg st="5" end="5"/>
                                            </p:txEl>
                                          </p:spTgt>
                                        </p:tgtEl>
                                        <p:attrNameLst>
                                          <p:attrName>style.fontWeight</p:attrName>
                                        </p:attrNameLst>
                                      </p:cBhvr>
                                      <p:to>
                                        <p:strVal val="bold"/>
                                      </p:to>
                                    </p:set>
                                  </p:childTnLst>
                                </p:cTn>
                              </p:par>
                            </p:childTnLst>
                          </p:cTn>
                        </p:par>
                      </p:childTnLst>
                    </p:cTn>
                  </p:par>
                  <p:par>
                    <p:cTn id="27" fill="hold">
                      <p:stCondLst>
                        <p:cond delay="indefinite"/>
                      </p:stCondLst>
                      <p:childTnLst>
                        <p:par>
                          <p:cTn id="28" fill="hold">
                            <p:stCondLst>
                              <p:cond delay="0"/>
                            </p:stCondLst>
                            <p:childTnLst>
                              <p:par>
                                <p:cTn id="29" presetID="15" presetClass="emph" presetSubtype="0" grpId="0" nodeType="clickEffect">
                                  <p:stCondLst>
                                    <p:cond delay="0"/>
                                  </p:stCondLst>
                                  <p:endCondLst>
                                    <p:cond evt="onNext" delay="0">
                                      <p:tgtEl>
                                        <p:sldTgt/>
                                      </p:tgtEl>
                                    </p:cond>
                                  </p:endCondLst>
                                  <p:childTnLst>
                                    <p:set>
                                      <p:cBhvr override="childStyle">
                                        <p:cTn id="30" dur="indefinite"/>
                                        <p:tgtEl>
                                          <p:spTgt spid="9">
                                            <p:txEl>
                                              <p:pRg st="6" end="6"/>
                                            </p:txEl>
                                          </p:spTgt>
                                        </p:tgtEl>
                                        <p:attrNameLst>
                                          <p:attrName>style.fontWeight</p:attrName>
                                        </p:attrNameLst>
                                      </p:cBhvr>
                                      <p:to>
                                        <p:strVal val="bold"/>
                                      </p:to>
                                    </p:set>
                                  </p:childTnLst>
                                </p:cTn>
                              </p:par>
                            </p:childTnLst>
                          </p:cTn>
                        </p:par>
                      </p:childTnLst>
                    </p:cTn>
                  </p:par>
                  <p:par>
                    <p:cTn id="31" fill="hold">
                      <p:stCondLst>
                        <p:cond delay="indefinite"/>
                      </p:stCondLst>
                      <p:childTnLst>
                        <p:par>
                          <p:cTn id="32" fill="hold">
                            <p:stCondLst>
                              <p:cond delay="0"/>
                            </p:stCondLst>
                            <p:childTnLst>
                              <p:par>
                                <p:cTn id="33" presetID="15" presetClass="emph" presetSubtype="0" grpId="0" nodeType="clickEffect">
                                  <p:stCondLst>
                                    <p:cond delay="0"/>
                                  </p:stCondLst>
                                  <p:endCondLst>
                                    <p:cond evt="onNext" delay="0">
                                      <p:tgtEl>
                                        <p:sldTgt/>
                                      </p:tgtEl>
                                    </p:cond>
                                  </p:endCondLst>
                                  <p:childTnLst>
                                    <p:set>
                                      <p:cBhvr override="childStyle">
                                        <p:cTn id="34" dur="indefinite"/>
                                        <p:tgtEl>
                                          <p:spTgt spid="9">
                                            <p:txEl>
                                              <p:pRg st="7" end="7"/>
                                            </p:txEl>
                                          </p:spTgt>
                                        </p:tgtEl>
                                        <p:attrNameLst>
                                          <p:attrName>style.fontWeight</p:attrName>
                                        </p:attrNameLst>
                                      </p:cBhvr>
                                      <p:to>
                                        <p:strVal val="bold"/>
                                      </p:to>
                                    </p:set>
                                  </p:childTnLst>
                                </p:cTn>
                              </p:par>
                            </p:childTnLst>
                          </p:cTn>
                        </p:par>
                      </p:childTnLst>
                    </p:cTn>
                  </p:par>
                  <p:par>
                    <p:cTn id="35" fill="hold">
                      <p:stCondLst>
                        <p:cond delay="indefinite"/>
                      </p:stCondLst>
                      <p:childTnLst>
                        <p:par>
                          <p:cTn id="36" fill="hold">
                            <p:stCondLst>
                              <p:cond delay="0"/>
                            </p:stCondLst>
                            <p:childTnLst>
                              <p:par>
                                <p:cTn id="37" presetID="15" presetClass="emph" presetSubtype="0" grpId="0" nodeType="clickEffect">
                                  <p:stCondLst>
                                    <p:cond delay="0"/>
                                  </p:stCondLst>
                                  <p:endCondLst>
                                    <p:cond evt="onNext" delay="0">
                                      <p:tgtEl>
                                        <p:sldTgt/>
                                      </p:tgtEl>
                                    </p:cond>
                                  </p:endCondLst>
                                  <p:childTnLst>
                                    <p:set>
                                      <p:cBhvr override="childStyle">
                                        <p:cTn id="38" dur="indefinite"/>
                                        <p:tgtEl>
                                          <p:spTgt spid="9">
                                            <p:txEl>
                                              <p:pRg st="8" end="8"/>
                                            </p:txEl>
                                          </p:spTgt>
                                        </p:tgtEl>
                                        <p:attrNameLst>
                                          <p:attrName>style.fontWeight</p:attrName>
                                        </p:attrNameLst>
                                      </p:cBhvr>
                                      <p:to>
                                        <p:strVal val="bold"/>
                                      </p:to>
                                    </p:set>
                                  </p:childTnLst>
                                </p:cTn>
                              </p:par>
                            </p:childTnLst>
                          </p:cTn>
                        </p:par>
                      </p:childTnLst>
                    </p:cTn>
                  </p:par>
                  <p:par>
                    <p:cTn id="39" fill="hold">
                      <p:stCondLst>
                        <p:cond delay="indefinite"/>
                      </p:stCondLst>
                      <p:childTnLst>
                        <p:par>
                          <p:cTn id="40" fill="hold">
                            <p:stCondLst>
                              <p:cond delay="0"/>
                            </p:stCondLst>
                            <p:childTnLst>
                              <p:par>
                                <p:cTn id="41" presetID="15" presetClass="emph" presetSubtype="0" grpId="0" nodeType="clickEffect">
                                  <p:stCondLst>
                                    <p:cond delay="0"/>
                                  </p:stCondLst>
                                  <p:endCondLst>
                                    <p:cond evt="onNext" delay="0">
                                      <p:tgtEl>
                                        <p:sldTgt/>
                                      </p:tgtEl>
                                    </p:cond>
                                  </p:endCondLst>
                                  <p:childTnLst>
                                    <p:set>
                                      <p:cBhvr override="childStyle">
                                        <p:cTn id="42" dur="indefinite"/>
                                        <p:tgtEl>
                                          <p:spTgt spid="9">
                                            <p:txEl>
                                              <p:pRg st="9" end="9"/>
                                            </p:txEl>
                                          </p:spTgt>
                                        </p:tgtEl>
                                        <p:attrNameLst>
                                          <p:attrName>style.fontWeight</p:attrName>
                                        </p:attrNameLst>
                                      </p:cBhvr>
                                      <p:to>
                                        <p:strVal val="bold"/>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build="p"/>
    </p:bldLst>
  </p:timing>
</p:sld>
</file>

<file path=ppt/tags/tag1.xml><?xml version="1.0" encoding="utf-8"?>
<p:tagLst xmlns:a="http://schemas.openxmlformats.org/drawingml/2006/main" xmlns:r="http://schemas.openxmlformats.org/officeDocument/2006/relationships" xmlns:p="http://schemas.openxmlformats.org/presentationml/2006/main">
  <p:tag name="TIMING" val="|191.3|0.5|0.5|1.5|0.5|0.9|176|0.5|0.3|0.5"/>
</p:tagLst>
</file>

<file path=ppt/theme/theme1.xml><?xml version="1.0" encoding="utf-8"?>
<a:theme xmlns:a="http://schemas.openxmlformats.org/drawingml/2006/main" name="Gallery">
  <a:themeElements>
    <a:clrScheme name="Gallery">
      <a:dk1>
        <a:sysClr val="windowText" lastClr="000000"/>
      </a:dk1>
      <a:lt1>
        <a:sysClr val="window" lastClr="FFFFFF"/>
      </a:lt1>
      <a:dk2>
        <a:srgbClr val="454545"/>
      </a:dk2>
      <a:lt2>
        <a:srgbClr val="DFDBD5"/>
      </a:lt2>
      <a:accent1>
        <a:srgbClr val="B71E42"/>
      </a:accent1>
      <a:accent2>
        <a:srgbClr val="DE478E"/>
      </a:accent2>
      <a:accent3>
        <a:srgbClr val="BC72F0"/>
      </a:accent3>
      <a:accent4>
        <a:srgbClr val="795FAF"/>
      </a:accent4>
      <a:accent5>
        <a:srgbClr val="586EA6"/>
      </a:accent5>
      <a:accent6>
        <a:srgbClr val="6892A0"/>
      </a:accent6>
      <a:hlink>
        <a:srgbClr val="FA2B5C"/>
      </a:hlink>
      <a:folHlink>
        <a:srgbClr val="BC658E"/>
      </a:folHlink>
    </a:clrScheme>
    <a:fontScheme name="Gallery">
      <a:majorFont>
        <a:latin typeface="Gill Sans MT" panose="020B0502020104020203"/>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Gill Sans MT" panose="020B0502020104020203"/>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Gallery">
      <a:fillStyleLst>
        <a:solidFill>
          <a:schemeClr val="phClr"/>
        </a:solidFill>
        <a:gradFill rotWithShape="1">
          <a:gsLst>
            <a:gs pos="0">
              <a:schemeClr val="phClr">
                <a:tint val="54000"/>
                <a:alpha val="100000"/>
                <a:satMod val="105000"/>
                <a:lumMod val="110000"/>
              </a:schemeClr>
            </a:gs>
            <a:gs pos="100000">
              <a:schemeClr val="phClr">
                <a:tint val="78000"/>
                <a:alpha val="92000"/>
                <a:satMod val="109000"/>
                <a:lumMod val="100000"/>
              </a:schemeClr>
            </a:gs>
          </a:gsLst>
          <a:lin ang="5400000" scaled="0"/>
        </a:gradFill>
        <a:gradFill rotWithShape="1">
          <a:gsLst>
            <a:gs pos="0">
              <a:schemeClr val="phClr">
                <a:tint val="98000"/>
                <a:satMod val="110000"/>
                <a:lumMod val="104000"/>
              </a:schemeClr>
            </a:gs>
            <a:gs pos="69000">
              <a:schemeClr val="phClr">
                <a:shade val="88000"/>
                <a:satMod val="130000"/>
                <a:lumMod val="92000"/>
              </a:schemeClr>
            </a:gs>
            <a:gs pos="100000">
              <a:schemeClr val="phClr">
                <a:shade val="78000"/>
                <a:satMod val="130000"/>
                <a:lumMod val="92000"/>
              </a:schemeClr>
            </a:gs>
          </a:gsLst>
          <a:lin ang="5400000" scaled="0"/>
        </a:gradFill>
      </a:fillStyleLst>
      <a:lnStyleLst>
        <a:ln w="9525" cap="flat" cmpd="sng" algn="ctr">
          <a:solidFill>
            <a:schemeClr val="phClr"/>
          </a:solidFill>
          <a:prstDash val="solid"/>
        </a:ln>
        <a:ln w="15875" cap="flat" cmpd="sng" algn="ctr">
          <a:solidFill>
            <a:schemeClr val="phClr"/>
          </a:solidFill>
          <a:prstDash val="solid"/>
        </a:ln>
        <a:ln w="22225" cap="flat" cmpd="sng" algn="ctr">
          <a:solidFill>
            <a:schemeClr val="phClr"/>
          </a:solidFill>
          <a:prstDash val="solid"/>
        </a:ln>
      </a:lnStyleLst>
      <a:effectStyleLst>
        <a:effectStyle>
          <a:effectLst/>
        </a:effectStyle>
        <a:effectStyle>
          <a:effectLst/>
        </a:effectStyle>
        <a:effectStyle>
          <a:effectLst>
            <a:outerShdw blurRad="50800" dist="50800" dir="5400000" sx="96000" sy="96000" rotWithShape="0">
              <a:srgbClr val="000000">
                <a:alpha val="48000"/>
              </a:srgbClr>
            </a:outerShdw>
          </a:effectLst>
          <a:scene3d>
            <a:camera prst="orthographicFront">
              <a:rot lat="0" lon="0" rev="0"/>
            </a:camera>
            <a:lightRig rig="balanced" dir="t">
              <a:rot lat="0" lon="0" rev="1080000"/>
            </a:lightRig>
          </a:scene3d>
          <a:sp3d>
            <a:bevelT w="38100" h="12700" prst="softRound"/>
          </a:sp3d>
        </a:effectStyle>
      </a:effectStyleLst>
      <a:bgFillStyleLst>
        <a:solidFill>
          <a:schemeClr val="phClr"/>
        </a:solidFill>
        <a:solidFill>
          <a:schemeClr val="phClr"/>
        </a:solidFill>
        <a:gradFill rotWithShape="1">
          <a:gsLst>
            <a:gs pos="0">
              <a:schemeClr val="phClr">
                <a:tint val="94000"/>
                <a:satMod val="80000"/>
                <a:lumMod val="106000"/>
              </a:schemeClr>
            </a:gs>
            <a:gs pos="100000">
              <a:schemeClr val="phClr">
                <a:shade val="80000"/>
              </a:schemeClr>
            </a:gs>
          </a:gsLst>
          <a:path path="circle">
            <a:fillToRect l="43000" r="43000" b="100000"/>
          </a:path>
        </a:gradFill>
      </a:bgFillStyleLst>
    </a:fmtScheme>
  </a:themeElements>
  <a:objectDefaults/>
  <a:extraClrSchemeLst/>
  <a:extLst>
    <a:ext uri="{05A4C25C-085E-4340-85A3-A5531E510DB2}">
      <thm15:themeFamily xmlns:thm15="http://schemas.microsoft.com/office/thememl/2012/main" name="Gallery" id="{BBFCD31E-59A1-489D-B089-A3EAD7CAE12E}" vid="{F5E91637-A7B6-4E27-B710-77DA7014EE1E}"/>
    </a:ext>
  </a:extLst>
</a:theme>
</file>

<file path=docProps/app.xml><?xml version="1.0" encoding="utf-8"?>
<Properties xmlns="http://schemas.openxmlformats.org/officeDocument/2006/extended-properties" xmlns:vt="http://schemas.openxmlformats.org/officeDocument/2006/docPropsVTypes">
  <Template>Gallery</Template>
  <TotalTime>0</TotalTime>
  <Words>665</Words>
  <Application>Microsoft Office PowerPoint</Application>
  <PresentationFormat>Widescreen</PresentationFormat>
  <Paragraphs>33</Paragraphs>
  <Slides>8</Slides>
  <Notes>0</Notes>
  <HiddenSlides>0</HiddenSlides>
  <MMClips>2</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8</vt:i4>
      </vt:variant>
    </vt:vector>
  </HeadingPairs>
  <TitlesOfParts>
    <vt:vector size="12" baseType="lpstr">
      <vt:lpstr>Alasassy Caps</vt:lpstr>
      <vt:lpstr>Arial</vt:lpstr>
      <vt:lpstr>Gill Sans MT</vt:lpstr>
      <vt:lpstr>Gallery</vt:lpstr>
      <vt:lpstr>Опыт изучения ингушского языка</vt:lpstr>
      <vt:lpstr>Мудрые наставления наших предков из ингушского фольклора И.А. Дахкильгов, 2000г.</vt:lpstr>
      <vt:lpstr>предисловие</vt:lpstr>
      <vt:lpstr>Са дешал чIоагIагI да цун эздел </vt:lpstr>
      <vt:lpstr>1. Са дешал ч1оагIагI да цун эздел</vt:lpstr>
      <vt:lpstr>1. His nobility speaks louder than my words</vt:lpstr>
      <vt:lpstr>1. Сан дашал чIогIах йу цуьнан оьздангалла</vt:lpstr>
      <vt:lpstr>Лексика</vt:lpstr>
    </vt:vector>
  </TitlesOfParts>
  <Company>FPS Public Health Belgium</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Abdulvakhid Shoudouev (FOD VVVL - SPF SPSCAE)</dc:creator>
  <cp:lastModifiedBy>Abdulvakhid Shoudouev (FOD VVVL - SPF SPSCAE)</cp:lastModifiedBy>
  <cp:revision>65</cp:revision>
  <dcterms:created xsi:type="dcterms:W3CDTF">2026-06-01T18:53:02Z</dcterms:created>
  <dcterms:modified xsi:type="dcterms:W3CDTF">2026-06-09T22:29:28Z</dcterms:modified>
</cp:coreProperties>
</file>