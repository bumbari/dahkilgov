
<file path=[Content_Types].xml><?xml version="1.0" encoding="utf-8"?>
<Types xmlns="http://schemas.openxmlformats.org/package/2006/content-types"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D185C242-68B7-4DC8-A407-97B28E6BAFC5}">
          <p14:sldIdLst>
            <p14:sldId id="256"/>
          </p14:sldIdLst>
        </p14:section>
        <p14:section name="book_cover" id="{7ED63B14-64C1-46C4-AA36-B9B7F09E9E97}">
          <p14:sldIdLst>
            <p14:sldId id="257"/>
            <p14:sldId id="258"/>
            <p14:sldId id="259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630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86570-2C26-4E5F-9D28-4D18F9BAC427}" type="datetimeFigureOut">
              <a:rPr lang="nl-BE" smtClean="0"/>
              <a:t>1/06/2026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75E9C3EB-3209-46C0-A1BF-04B855C83966}" type="slidenum">
              <a:rPr lang="nl-BE" smtClean="0"/>
              <a:t>‹#›</a:t>
            </a:fld>
            <a:endParaRPr lang="nl-BE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4A91C98-3194-928B-D90D-39E58E8A2A1B}"/>
              </a:ext>
            </a:extLst>
          </p:cNvPr>
          <p:cNvSpPr txBox="1"/>
          <p:nvPr userDrawn="1"/>
        </p:nvSpPr>
        <p:spPr>
          <a:xfrm>
            <a:off x="372533" y="6299200"/>
            <a:ext cx="113538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@LADUGA-LADOGA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8867290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86570-2C26-4E5F-9D28-4D18F9BAC427}" type="datetimeFigureOut">
              <a:rPr lang="nl-BE" smtClean="0"/>
              <a:t>1/06/2026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9C3EB-3209-46C0-A1BF-04B855C83966}" type="slidenum">
              <a:rPr lang="nl-BE" smtClean="0"/>
              <a:t>‹#›</a:t>
            </a:fld>
            <a:endParaRPr lang="nl-BE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2F62EAB-314F-C75A-21DD-AB2C064388D5}"/>
              </a:ext>
            </a:extLst>
          </p:cNvPr>
          <p:cNvSpPr txBox="1"/>
          <p:nvPr userDrawn="1"/>
        </p:nvSpPr>
        <p:spPr>
          <a:xfrm>
            <a:off x="372533" y="6299200"/>
            <a:ext cx="113538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@LADUGA-LADOGA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0052316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86570-2C26-4E5F-9D28-4D18F9BAC427}" type="datetimeFigureOut">
              <a:rPr lang="nl-BE" smtClean="0"/>
              <a:t>1/06/2026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9C3EB-3209-46C0-A1BF-04B855C83966}" type="slidenum">
              <a:rPr lang="nl-BE" smtClean="0"/>
              <a:t>‹#›</a:t>
            </a:fld>
            <a:endParaRPr lang="nl-BE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00831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86570-2C26-4E5F-9D28-4D18F9BAC427}" type="datetimeFigureOut">
              <a:rPr lang="nl-BE" smtClean="0"/>
              <a:t>1/06/2026</a:t>
            </a:fld>
            <a:endParaRPr lang="nl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9C3EB-3209-46C0-A1BF-04B855C83966}" type="slidenum">
              <a:rPr lang="nl-BE" smtClean="0"/>
              <a:t>‹#›</a:t>
            </a:fld>
            <a:endParaRPr lang="nl-BE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97569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86570-2C26-4E5F-9D28-4D18F9BAC427}" type="datetimeFigureOut">
              <a:rPr lang="nl-BE" smtClean="0"/>
              <a:t>1/06/2026</a:t>
            </a:fld>
            <a:endParaRPr lang="nl-B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9C3EB-3209-46C0-A1BF-04B855C83966}" type="slidenum">
              <a:rPr lang="nl-BE" smtClean="0"/>
              <a:t>‹#›</a:t>
            </a:fld>
            <a:endParaRPr lang="nl-BE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23095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86570-2C26-4E5F-9D28-4D18F9BAC427}" type="datetimeFigureOut">
              <a:rPr lang="nl-BE" smtClean="0"/>
              <a:t>1/06/2026</a:t>
            </a:fld>
            <a:endParaRPr lang="nl-B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9C3EB-3209-46C0-A1BF-04B855C83966}" type="slidenum">
              <a:rPr lang="nl-BE" smtClean="0"/>
              <a:t>‹#›</a:t>
            </a:fld>
            <a:endParaRPr lang="nl-BE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79416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86570-2C26-4E5F-9D28-4D18F9BAC427}" type="datetimeFigureOut">
              <a:rPr lang="nl-BE" smtClean="0"/>
              <a:t>1/06/2026</a:t>
            </a:fld>
            <a:endParaRPr lang="nl-B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9C3EB-3209-46C0-A1BF-04B855C83966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747484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86570-2C26-4E5F-9D28-4D18F9BAC427}" type="datetimeFigureOut">
              <a:rPr lang="nl-BE" smtClean="0"/>
              <a:t>1/06/2026</a:t>
            </a:fld>
            <a:endParaRPr lang="nl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9C3EB-3209-46C0-A1BF-04B855C83966}" type="slidenum">
              <a:rPr lang="nl-BE" smtClean="0"/>
              <a:t>‹#›</a:t>
            </a:fld>
            <a:endParaRPr lang="nl-BE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86548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9D986570-2C26-4E5F-9D28-4D18F9BAC427}" type="datetimeFigureOut">
              <a:rPr lang="nl-BE" smtClean="0"/>
              <a:t>1/06/2026</a:t>
            </a:fld>
            <a:endParaRPr lang="nl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nl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9C3EB-3209-46C0-A1BF-04B855C83966}" type="slidenum">
              <a:rPr lang="nl-BE" smtClean="0"/>
              <a:t>‹#›</a:t>
            </a:fld>
            <a:endParaRPr lang="nl-BE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18203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86570-2C26-4E5F-9D28-4D18F9BAC427}" type="datetimeFigureOut">
              <a:rPr lang="nl-BE" smtClean="0"/>
              <a:t>1/06/2026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9C3EB-3209-46C0-A1BF-04B855C83966}" type="slidenum">
              <a:rPr lang="nl-BE" smtClean="0"/>
              <a:t>‹#›</a:t>
            </a:fld>
            <a:endParaRPr lang="nl-BE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990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86570-2C26-4E5F-9D28-4D18F9BAC427}" type="datetimeFigureOut">
              <a:rPr lang="nl-BE" smtClean="0"/>
              <a:t>1/06/2026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9C3EB-3209-46C0-A1BF-04B855C83966}" type="slidenum">
              <a:rPr lang="nl-BE" smtClean="0"/>
              <a:t>‹#›</a:t>
            </a:fld>
            <a:endParaRPr lang="nl-BE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62733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986570-2C26-4E5F-9D28-4D18F9BAC427}" type="datetimeFigureOut">
              <a:rPr lang="nl-BE" smtClean="0"/>
              <a:t>1/06/2026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75E9C3EB-3209-46C0-A1BF-04B855C83966}" type="slidenum">
              <a:rPr lang="nl-BE" smtClean="0"/>
              <a:t>‹#›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0319495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microsoft.com/office/2007/relationships/media" Target="../media/media1.mp3"/><Relationship Id="rId1" Type="http://schemas.openxmlformats.org/officeDocument/2006/relationships/audio" Target="NULL" TargetMode="Externa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B9045-3109-7F3D-3F6E-A237CA6F24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31701" y="802299"/>
            <a:ext cx="8623151" cy="1991144"/>
          </a:xfrm>
        </p:spPr>
        <p:txBody>
          <a:bodyPr/>
          <a:lstStyle/>
          <a:p>
            <a:pPr algn="ctr"/>
            <a:r>
              <a:rPr lang="ce-Cyrl-RU" dirty="0"/>
              <a:t>Опыт изучения ингушского языка</a:t>
            </a:r>
            <a:endParaRPr lang="nl-B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680F89-9446-1DF0-18AB-7937879BB4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4642" y="3597310"/>
            <a:ext cx="10761783" cy="1843853"/>
          </a:xfrm>
        </p:spPr>
        <p:txBody>
          <a:bodyPr>
            <a:normAutofit/>
          </a:bodyPr>
          <a:lstStyle/>
          <a:p>
            <a:pPr algn="ctr"/>
            <a:r>
              <a:rPr lang="ce-Cyrl-RU" sz="2800" dirty="0"/>
              <a:t>ингушскиЕ притчи </a:t>
            </a:r>
            <a:br>
              <a:rPr lang="ce-Cyrl-RU" sz="2800" dirty="0"/>
            </a:br>
            <a:r>
              <a:rPr lang="ce-Cyrl-RU" sz="2800" dirty="0"/>
              <a:t>с переводом на русский, чеченский и Английский языки, </a:t>
            </a:r>
            <a:br>
              <a:rPr lang="ce-Cyrl-RU" sz="2800" dirty="0"/>
            </a:br>
            <a:r>
              <a:rPr lang="ce-Cyrl-RU" sz="2800" dirty="0"/>
              <a:t>с грамматическим разбором</a:t>
            </a:r>
            <a:endParaRPr lang="nl-BE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C6C169-9F2F-9B47-D428-23A7B0BB9391}"/>
              </a:ext>
            </a:extLst>
          </p:cNvPr>
          <p:cNvSpPr txBox="1"/>
          <p:nvPr/>
        </p:nvSpPr>
        <p:spPr>
          <a:xfrm>
            <a:off x="372533" y="6299200"/>
            <a:ext cx="113538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@LADUGA-LADOGA</a:t>
            </a:r>
            <a:endParaRPr lang="nl-BE" dirty="0"/>
          </a:p>
        </p:txBody>
      </p:sp>
      <p:pic>
        <p:nvPicPr>
          <p:cNvPr id="5" name="Narodnaya_Ingushskaya">
            <a:hlinkClick r:id="" action="ppaction://media"/>
            <a:extLst>
              <a:ext uri="{FF2B5EF4-FFF2-40B4-BE49-F238E27FC236}">
                <a16:creationId xmlns:a16="http://schemas.microsoft.com/office/drawing/2014/main" id="{6AA5EB36-CCC9-D90B-7C25-A280071F8536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st="4888" end="122117.9375"/>
                  <p14:fade in="250" out="1000"/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00332" y="5626500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78191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DEEFE-FAC7-B414-5EE3-E89A0F227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ce-Cyrl-RU" dirty="0"/>
              <a:t>Мудрые наставления наших предков</a:t>
            </a:r>
            <a:br>
              <a:rPr lang="ce-Cyrl-RU" dirty="0"/>
            </a:br>
            <a:r>
              <a:rPr lang="ce-Cyrl-RU" dirty="0"/>
              <a:t>из ингушского фольклора</a:t>
            </a:r>
            <a:endParaRPr lang="nl-BE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A46817F-2590-AF4F-062B-7810BBC5A9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8533" y="2016125"/>
            <a:ext cx="1969259" cy="3449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18867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CEE033-97A8-B883-D2B8-4E030A975B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AD15D-785B-DD1A-AD6D-144FBBCBE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ce-Cyrl-RU" dirty="0"/>
              <a:t>И.А. Дахкильгов</a:t>
            </a:r>
            <a:br>
              <a:rPr lang="ce-Cyrl-RU" dirty="0"/>
            </a:br>
            <a:r>
              <a:rPr lang="ce-Cyrl-RU" dirty="0"/>
              <a:t>2000 г.</a:t>
            </a:r>
            <a:endParaRPr lang="nl-BE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24FC5C-AD12-2F81-61DA-9CC1322DB7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68533" y="2016125"/>
            <a:ext cx="1969259" cy="3449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2327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53215-6001-DDB8-2CDF-EE8CE1FE1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61DC7-DBC0-9898-8327-0D69CFB82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Х</a:t>
            </a:r>
            <a:r>
              <a:rPr lang="ce-Cyrl-RU" dirty="0"/>
              <a:t>ьехаме дувцараш</a:t>
            </a:r>
            <a:br>
              <a:rPr lang="ce-Cyrl-RU" dirty="0"/>
            </a:br>
            <a:r>
              <a:rPr lang="ce-Cyrl-RU" dirty="0"/>
              <a:t>поучительные рассказы-притчи</a:t>
            </a:r>
            <a:endParaRPr lang="nl-BE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1D89F0A-A9F7-E16F-1316-EA31FF2E3D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68533" y="2016125"/>
            <a:ext cx="1969259" cy="3449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40633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0</TotalTime>
  <Words>46</Words>
  <Application>Microsoft Office PowerPoint</Application>
  <PresentationFormat>Widescreen</PresentationFormat>
  <Paragraphs>6</Paragraphs>
  <Slides>4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Gill Sans MT</vt:lpstr>
      <vt:lpstr>Gallery</vt:lpstr>
      <vt:lpstr>Опыт изучения ингушского языка</vt:lpstr>
      <vt:lpstr>Мудрые наставления наших предков из ингушского фольклора</vt:lpstr>
      <vt:lpstr>И.А. Дахкильгов 2000 г.</vt:lpstr>
      <vt:lpstr>Хьехаме дувцараш поучительные рассказы-притчи</vt:lpstr>
    </vt:vector>
  </TitlesOfParts>
  <Company>FPS Public Health Belgium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Abdulvakhid Shoudouev (FOD VVVL - SPF SPSCAE)</dc:creator>
  <cp:lastModifiedBy>Abdulvakhid Shoudouev (FOD VVVL - SPF SPSCAE)</cp:lastModifiedBy>
  <cp:revision>21</cp:revision>
  <dcterms:created xsi:type="dcterms:W3CDTF">2026-06-01T18:53:02Z</dcterms:created>
  <dcterms:modified xsi:type="dcterms:W3CDTF">2026-06-01T21:23:01Z</dcterms:modified>
</cp:coreProperties>
</file>