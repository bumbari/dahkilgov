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3" ContentType="audio/m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D185C242-68B7-4DC8-A407-97B28E6BAFC5}">
          <p14:sldIdLst>
            <p14:sldId id="256"/>
          </p14:sldIdLst>
        </p14:section>
        <p14:section name="book_cover" id="{7ED63B14-64C1-46C4-AA36-B9B7F09E9E97}">
          <p14:sldIdLst>
            <p14:sldId id="25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2" autoAdjust="0"/>
    <p:restoredTop sz="94689" autoAdjust="0"/>
  </p:normalViewPr>
  <p:slideViewPr>
    <p:cSldViewPr snapToGrid="0">
      <p:cViewPr varScale="1">
        <p:scale>
          <a:sx n="90" d="100"/>
          <a:sy n="90" d="100"/>
        </p:scale>
        <p:origin x="355" y="7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8/06/2026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D4A91C98-3194-928B-D90D-39E58E8A2A1B}"/>
              </a:ext>
            </a:extLst>
          </p:cNvPr>
          <p:cNvSpPr txBox="1"/>
          <p:nvPr userDrawn="1"/>
        </p:nvSpPr>
        <p:spPr>
          <a:xfrm>
            <a:off x="372533" y="6299200"/>
            <a:ext cx="113538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@LADUGA-LADOGA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886729059"/>
      </p:ext>
    </p:extLst>
  </p:cSld>
  <p:clrMapOvr>
    <a:masterClrMapping/>
  </p:clrMapOvr>
  <p:transition spd="slow">
    <p:cover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8/06/2026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2F62EAB-314F-C75A-21DD-AB2C064388D5}"/>
              </a:ext>
            </a:extLst>
          </p:cNvPr>
          <p:cNvSpPr txBox="1"/>
          <p:nvPr userDrawn="1"/>
        </p:nvSpPr>
        <p:spPr>
          <a:xfrm>
            <a:off x="372533" y="6299200"/>
            <a:ext cx="113538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@LADUGA_LADOGA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005231634"/>
      </p:ext>
    </p:extLst>
  </p:cSld>
  <p:clrMapOvr>
    <a:masterClrMapping/>
  </p:clrMapOvr>
  <p:transition spd="slow">
    <p:cover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8/06/2026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0083104"/>
      </p:ext>
    </p:extLst>
  </p:cSld>
  <p:clrMapOvr>
    <a:masterClrMapping/>
  </p:clrMapOvr>
  <p:transition spd="slow">
    <p:cover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8/06/2026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9756922"/>
      </p:ext>
    </p:extLst>
  </p:cSld>
  <p:clrMapOvr>
    <a:masterClrMapping/>
  </p:clrMapOvr>
  <p:transition spd="slow">
    <p:cover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8/06/2026</a:t>
            </a:fld>
            <a:endParaRPr lang="nl-B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2309565"/>
      </p:ext>
    </p:extLst>
  </p:cSld>
  <p:clrMapOvr>
    <a:masterClrMapping/>
  </p:clrMapOvr>
  <p:transition spd="slow">
    <p:cover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8/06/2026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7941629"/>
      </p:ext>
    </p:extLst>
  </p:cSld>
  <p:clrMapOvr>
    <a:masterClrMapping/>
  </p:clrMapOvr>
  <p:transition spd="slow">
    <p:cover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8/06/2026</a:t>
            </a:fld>
            <a:endParaRPr lang="nl-B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47484124"/>
      </p:ext>
    </p:extLst>
  </p:cSld>
  <p:clrMapOvr>
    <a:masterClrMapping/>
  </p:clrMapOvr>
  <p:transition spd="slow">
    <p:cover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8/06/2026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8654808"/>
      </p:ext>
    </p:extLst>
  </p:cSld>
  <p:clrMapOvr>
    <a:masterClrMapping/>
  </p:clrMapOvr>
  <p:transition spd="slow">
    <p:cover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9D986570-2C26-4E5F-9D28-4D18F9BAC427}" type="datetimeFigureOut">
              <a:rPr lang="nl-BE" smtClean="0"/>
              <a:t>8/06/2026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1820353"/>
      </p:ext>
    </p:extLst>
  </p:cSld>
  <p:clrMapOvr>
    <a:masterClrMapping/>
  </p:clrMapOvr>
  <p:transition spd="slow">
    <p:cover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8/06/2026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99009"/>
      </p:ext>
    </p:extLst>
  </p:cSld>
  <p:clrMapOvr>
    <a:masterClrMapping/>
  </p:clrMapOvr>
  <p:transition spd="slow">
    <p:cover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8/06/2026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6273344"/>
      </p:ext>
    </p:extLst>
  </p:cSld>
  <p:clrMapOvr>
    <a:masterClrMapping/>
  </p:clrMapOvr>
  <p:transition spd="slow">
    <p:cover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986570-2C26-4E5F-9D28-4D18F9BAC427}" type="datetimeFigureOut">
              <a:rPr lang="nl-BE" smtClean="0"/>
              <a:t>8/06/2026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75E9C3EB-3209-46C0-A1BF-04B855C83966}" type="slidenum">
              <a:rPr lang="nl-BE" smtClean="0"/>
              <a:t>‹#›</a:t>
            </a:fld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0319495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ransition spd="slow">
    <p:cover/>
  </p:transition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microsoft.com/office/2007/relationships/media" Target="../media/media1.mp3"/><Relationship Id="rId1" Type="http://schemas.openxmlformats.org/officeDocument/2006/relationships/audio" Target="NULL" TargetMode="Externa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Narodnaya_Ingushskaya">
            <a:hlinkClick r:id="" action="ppaction://media"/>
            <a:extLst>
              <a:ext uri="{FF2B5EF4-FFF2-40B4-BE49-F238E27FC236}">
                <a16:creationId xmlns:a16="http://schemas.microsoft.com/office/drawing/2014/main" id="{6AA5EB36-CCC9-D90B-7C25-A280071F8536}"/>
              </a:ext>
            </a:extLst>
          </p:cNvPr>
          <p:cNvPicPr>
            <a:picLocks noChangeAspect="1"/>
          </p:cNvPicPr>
          <p:nvPr>
            <a:audioFile r:link="rId1"/>
            <p:extLst>
              <p:ext uri="{DAA4B4D4-6D71-4841-9C94-3DE7FCFB9230}">
                <p14:media xmlns:p14="http://schemas.microsoft.com/office/powerpoint/2010/main" r:embed="rId2">
                  <p14:trim st="5602" end="133226.9375"/>
                  <p14:fade out="1000"/>
                </p14:media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800332" y="5626500"/>
            <a:ext cx="487363" cy="4873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60B9045-3109-7F3D-3F6E-A237CA6F24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31701" y="802299"/>
            <a:ext cx="8623151" cy="1991144"/>
          </a:xfrm>
        </p:spPr>
        <p:txBody>
          <a:bodyPr/>
          <a:lstStyle/>
          <a:p>
            <a:pPr algn="ctr"/>
            <a:r>
              <a:rPr lang="ce-Cyrl-RU" dirty="0"/>
              <a:t>Опыт изучения ингушского языка</a:t>
            </a:r>
            <a:endParaRPr lang="nl-B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2680F89-9446-1DF0-18AB-7937879BB4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4642" y="3597310"/>
            <a:ext cx="10761783" cy="1843853"/>
          </a:xfrm>
        </p:spPr>
        <p:txBody>
          <a:bodyPr>
            <a:normAutofit/>
          </a:bodyPr>
          <a:lstStyle/>
          <a:p>
            <a:pPr algn="ctr"/>
            <a:r>
              <a:rPr lang="ce-Cyrl-RU" sz="2800" dirty="0"/>
              <a:t>ингушскиЕ притчи </a:t>
            </a:r>
            <a:br>
              <a:rPr lang="ce-Cyrl-RU" sz="2800" dirty="0"/>
            </a:br>
            <a:r>
              <a:rPr lang="ce-Cyrl-RU" sz="2800" dirty="0"/>
              <a:t>с переводом на русский, чеченский и Английский языки, </a:t>
            </a:r>
            <a:br>
              <a:rPr lang="ce-Cyrl-RU" sz="2800" dirty="0"/>
            </a:br>
            <a:r>
              <a:rPr lang="ce-Cyrl-RU" sz="2800" dirty="0"/>
              <a:t>с грамматическим разбором</a:t>
            </a:r>
            <a:endParaRPr lang="nl-BE" sz="2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C6C169-9F2F-9B47-D428-23A7B0BB9391}"/>
              </a:ext>
            </a:extLst>
          </p:cNvPr>
          <p:cNvSpPr txBox="1"/>
          <p:nvPr/>
        </p:nvSpPr>
        <p:spPr>
          <a:xfrm>
            <a:off x="372533" y="6299200"/>
            <a:ext cx="113538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@LADUGA_LADOGA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28781915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numSld="999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DEEFE-FAC7-B414-5EE3-E89A0F227B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223737"/>
            <a:ext cx="9603275" cy="1630018"/>
          </a:xfrm>
        </p:spPr>
        <p:txBody>
          <a:bodyPr/>
          <a:lstStyle/>
          <a:p>
            <a:pPr algn="ctr"/>
            <a:r>
              <a:rPr lang="ce-Cyrl-RU" dirty="0"/>
              <a:t>Мудрые наставления наших предков</a:t>
            </a:r>
            <a:br>
              <a:rPr lang="ce-Cyrl-RU" dirty="0"/>
            </a:br>
            <a:r>
              <a:rPr lang="ce-Cyrl-RU" dirty="0"/>
              <a:t>из ингушского фольклора</a:t>
            </a:r>
            <a:br>
              <a:rPr lang="en-US" dirty="0"/>
            </a:br>
            <a:r>
              <a:rPr lang="ce-Cyrl-RU" dirty="0"/>
              <a:t>И.А. Дахкильгов, 2000г.</a:t>
            </a:r>
            <a:endParaRPr lang="nl-BE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A46817F-2590-AF4F-062B-7810BBC5A99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6688" y="1918747"/>
            <a:ext cx="1969259" cy="3449638"/>
          </a:xfrm>
          <a:prstGeom prst="rect">
            <a:avLst/>
          </a:prstGeom>
        </p:spPr>
      </p:pic>
      <p:pic>
        <p:nvPicPr>
          <p:cNvPr id="6" name="Content Placeholder 4">
            <a:extLst>
              <a:ext uri="{FF2B5EF4-FFF2-40B4-BE49-F238E27FC236}">
                <a16:creationId xmlns:a16="http://schemas.microsoft.com/office/drawing/2014/main" id="{6C9EF8C2-2AAC-E58E-BD9A-1ACBC1A784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728347" y="1918747"/>
            <a:ext cx="1969259" cy="344963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3DC7B53-5EC4-58F2-9016-E24BFB87501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4912" y="1918747"/>
            <a:ext cx="3011997" cy="3449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188679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0</TotalTime>
  <Words>42</Words>
  <Application>Microsoft Office PowerPoint</Application>
  <PresentationFormat>Widescreen</PresentationFormat>
  <Paragraphs>4</Paragraphs>
  <Slides>2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Gill Sans MT</vt:lpstr>
      <vt:lpstr>Gallery</vt:lpstr>
      <vt:lpstr>Опыт изучения ингушского языка</vt:lpstr>
      <vt:lpstr>Мудрые наставления наших предков из ингушского фольклора И.А. Дахкильгов, 2000г.</vt:lpstr>
    </vt:vector>
  </TitlesOfParts>
  <Company>FPS Public Health Belgium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Abdulvakhid Shoudouev (FOD VVVL - SPF SPSCAE)</dc:creator>
  <cp:lastModifiedBy>Abdulvakhid Shoudouev (FOD VVVL - SPF SPSCAE)</cp:lastModifiedBy>
  <cp:revision>25</cp:revision>
  <dcterms:created xsi:type="dcterms:W3CDTF">2026-06-01T18:53:02Z</dcterms:created>
  <dcterms:modified xsi:type="dcterms:W3CDTF">2026-06-08T19:53:35Z</dcterms:modified>
</cp:coreProperties>
</file>